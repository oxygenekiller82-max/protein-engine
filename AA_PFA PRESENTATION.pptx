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3" r:id="rId1"/>
  </p:sldMasterIdLst>
  <p:notesMasterIdLst>
    <p:notesMasterId r:id="rId15"/>
  </p:notesMasterIdLst>
  <p:sldIdLst>
    <p:sldId id="256" r:id="rId2"/>
    <p:sldId id="258" r:id="rId3"/>
    <p:sldId id="260" r:id="rId4"/>
    <p:sldId id="259" r:id="rId5"/>
    <p:sldId id="261" r:id="rId6"/>
    <p:sldId id="297" r:id="rId7"/>
    <p:sldId id="271" r:id="rId8"/>
    <p:sldId id="298" r:id="rId9"/>
    <p:sldId id="266" r:id="rId10"/>
    <p:sldId id="299" r:id="rId11"/>
    <p:sldId id="267" r:id="rId12"/>
    <p:sldId id="300" r:id="rId13"/>
    <p:sldId id="263" r:id="rId14"/>
  </p:sldIdLst>
  <p:sldSz cx="9144000" cy="5143500" type="screen16x9"/>
  <p:notesSz cx="6858000" cy="9144000"/>
  <p:embeddedFontLst>
    <p:embeddedFont>
      <p:font typeface="Epilogue" panose="020B0604020202020204" charset="0"/>
      <p:regular r:id="rId16"/>
      <p:bold r:id="rId17"/>
      <p:italic r:id="rId18"/>
      <p:boldItalic r:id="rId19"/>
    </p:embeddedFont>
    <p:embeddedFont>
      <p:font typeface="Lato" panose="020F0502020204030203" pitchFamily="34" charset="0"/>
      <p:regular r:id="rId20"/>
      <p:bold r:id="rId21"/>
      <p:italic r:id="rId22"/>
      <p:boldItalic r:id="rId23"/>
    </p:embeddedFont>
    <p:embeddedFont>
      <p:font typeface="Nunito Light" pitchFamily="2" charset="0"/>
      <p:regular r:id="rId24"/>
      <p:italic r:id="rId25"/>
    </p:embeddedFont>
    <p:embeddedFont>
      <p:font typeface="PT Sans" panose="020B0503020203020204" pitchFamily="34" charset="0"/>
      <p:regular r:id="rId26"/>
      <p:bold r:id="rId27"/>
      <p:italic r:id="rId28"/>
      <p:boldItalic r:id="rId29"/>
    </p:embeddedFont>
    <p:embeddedFont>
      <p:font typeface="Raleway" pitchFamily="2" charset="0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0B0E79B-875D-4F1C-9FBC-478A92AD40BD}">
  <a:tblStyle styleId="{00B0E79B-875D-4F1C-9FBC-478A92AD40B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C71A70C-8ED3-4D75-A03D-96BB4AF486CA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21" Type="http://schemas.openxmlformats.org/officeDocument/2006/relationships/font" Target="fonts/font6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font" Target="fonts/font17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7" name="Google Shape;947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4" name="Google Shape;964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g3484897fde9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1" name="Google Shape;1101;g3484897fde9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4">
          <a:extLst>
            <a:ext uri="{FF2B5EF4-FFF2-40B4-BE49-F238E27FC236}">
              <a16:creationId xmlns:a16="http://schemas.microsoft.com/office/drawing/2014/main" id="{23FFF31D-9499-2414-FE38-D18B5EDE4C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g54dda1946d_6_308:notes">
            <a:extLst>
              <a:ext uri="{FF2B5EF4-FFF2-40B4-BE49-F238E27FC236}">
                <a16:creationId xmlns:a16="http://schemas.microsoft.com/office/drawing/2014/main" id="{54E7FC20-BB90-6A5A-9DB0-86138354BC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6" name="Google Shape;1016;g54dda1946d_6_308:notes">
            <a:extLst>
              <a:ext uri="{FF2B5EF4-FFF2-40B4-BE49-F238E27FC236}">
                <a16:creationId xmlns:a16="http://schemas.microsoft.com/office/drawing/2014/main" id="{8FF5010D-A702-6AA0-742C-50C5F535A2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896982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" name="Google Shape;1382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3" name="Google Shape;1383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>
          <a:extLst>
            <a:ext uri="{FF2B5EF4-FFF2-40B4-BE49-F238E27FC236}">
              <a16:creationId xmlns:a16="http://schemas.microsoft.com/office/drawing/2014/main" id="{AC4453A3-A48E-0FBB-BC43-F0E241304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>
            <a:extLst>
              <a:ext uri="{FF2B5EF4-FFF2-40B4-BE49-F238E27FC236}">
                <a16:creationId xmlns:a16="http://schemas.microsoft.com/office/drawing/2014/main" id="{FC640647-C2CA-B3B9-B7B3-30937514F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>
            <a:extLst>
              <a:ext uri="{FF2B5EF4-FFF2-40B4-BE49-F238E27FC236}">
                <a16:creationId xmlns:a16="http://schemas.microsoft.com/office/drawing/2014/main" id="{DAA19ACE-3CEA-3A9A-4C66-EA8199E379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50860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1">
          <a:extLst>
            <a:ext uri="{FF2B5EF4-FFF2-40B4-BE49-F238E27FC236}">
              <a16:creationId xmlns:a16="http://schemas.microsoft.com/office/drawing/2014/main" id="{82835A4C-E31A-60F2-6645-E852189AC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54dda1946d_4_2730:notes">
            <a:extLst>
              <a:ext uri="{FF2B5EF4-FFF2-40B4-BE49-F238E27FC236}">
                <a16:creationId xmlns:a16="http://schemas.microsoft.com/office/drawing/2014/main" id="{884CB8F2-B362-B01A-90E6-F1A19081BF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54dda1946d_4_2730:notes">
            <a:extLst>
              <a:ext uri="{FF2B5EF4-FFF2-40B4-BE49-F238E27FC236}">
                <a16:creationId xmlns:a16="http://schemas.microsoft.com/office/drawing/2014/main" id="{B2CADFBE-30AB-D4B9-BCD7-35B75C95B2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34521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0">
          <a:extLst>
            <a:ext uri="{FF2B5EF4-FFF2-40B4-BE49-F238E27FC236}">
              <a16:creationId xmlns:a16="http://schemas.microsoft.com/office/drawing/2014/main" id="{FD58772B-76DA-7880-07A7-DF86C99F6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1" name="Google Shape;1291;g54dda1946d_4_2726:notes">
            <a:extLst>
              <a:ext uri="{FF2B5EF4-FFF2-40B4-BE49-F238E27FC236}">
                <a16:creationId xmlns:a16="http://schemas.microsoft.com/office/drawing/2014/main" id="{8889523E-6AD3-510C-2822-2336781F7E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2" name="Google Shape;1292;g54dda1946d_4_2726:notes">
            <a:extLst>
              <a:ext uri="{FF2B5EF4-FFF2-40B4-BE49-F238E27FC236}">
                <a16:creationId xmlns:a16="http://schemas.microsoft.com/office/drawing/2014/main" id="{86CECD79-7933-EF0A-7F51-872351036B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26080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2" name="Google Shape;1132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44500"/>
            <a:ext cx="4112100" cy="237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000">
                <a:latin typeface="Epilogue"/>
                <a:ea typeface="Epilogue"/>
                <a:cs typeface="Epilogue"/>
                <a:sym typeface="Epilogue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23200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10800000">
            <a:off x="-1604593" y="-845132"/>
            <a:ext cx="3281418" cy="2132806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9899992" flipH="1">
            <a:off x="-1515196" y="4121356"/>
            <a:ext cx="3953580" cy="192177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48462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3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7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39" name="Google Shape;139;p7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140" name="Google Shape;140;p7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7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2" name="Google Shape;142;p7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143" name="Google Shape;143;p7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144" name="Google Shape;144;p7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5" name="Google Shape;145;p7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6" name="Google Shape;146;p7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47" name="Google Shape;147;p7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50" name="Google Shape;150;p8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8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8"/>
          <p:cNvSpPr/>
          <p:nvPr/>
        </p:nvSpPr>
        <p:spPr>
          <a:xfrm rot="-4592116" flipH="1">
            <a:off x="6189" y="113200"/>
            <a:ext cx="642877" cy="51982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9"/>
          <p:cNvSpPr/>
          <p:nvPr/>
        </p:nvSpPr>
        <p:spPr>
          <a:xfrm rot="3263452">
            <a:off x="-163955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9"/>
          <p:cNvSpPr/>
          <p:nvPr/>
        </p:nvSpPr>
        <p:spPr>
          <a:xfrm rot="-460623">
            <a:off x="-1793263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9"/>
          <p:cNvSpPr/>
          <p:nvPr/>
        </p:nvSpPr>
        <p:spPr>
          <a:xfrm rot="4592047">
            <a:off x="7797256" y="593203"/>
            <a:ext cx="1475158" cy="11928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>
            <a:spLocks noGrp="1"/>
          </p:cNvSpPr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477363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63" name="Google Shape;163;p11"/>
          <p:cNvSpPr txBox="1">
            <a:spLocks noGrp="1"/>
          </p:cNvSpPr>
          <p:nvPr>
            <p:ph type="subTitle" idx="1"/>
          </p:nvPr>
        </p:nvSpPr>
        <p:spPr>
          <a:xfrm>
            <a:off x="713225" y="3169038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4" name="Google Shape;164;p11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1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1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1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8" name="Google Shape;168;p11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69" name="Google Shape;169;p11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11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1" name="Google Shape;171;p11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72" name="Google Shape;172;p11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74" name="Google Shape;174;p11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75" name="Google Shape;175;p11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6" name="Google Shape;176;p11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7" name="Google Shape;177;p11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78" name="Google Shape;178;p11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79" name="Google Shape;179;p11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80" name="Google Shape;180;p11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1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2" name="Google Shape;182;p11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3" name="Google Shape;183;p11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1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5" name="Google Shape;185;p11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6" name="Google Shape;186;p11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1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8" name="Google Shape;188;p11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11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0" name="Google Shape;190;p11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91" name="Google Shape;191;p11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11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1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11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11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1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7" name="Google Shape;197;p11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8" name="Google Shape;198;p11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9" name="Google Shape;199;p11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0" name="Google Shape;200;p11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01" name="Google Shape;201;p11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202" name="Google Shape;202;p11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" name="Google Shape;203;p11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" name="Google Shape;204;p11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5" name="Google Shape;205;p11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6" name="Google Shape;206;p11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7" name="Google Shape;207;p11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8" name="Google Shape;208;p11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9" name="Google Shape;209;p11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10" name="Google Shape;210;p11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2" name="Google Shape;212;p11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213" name="Google Shape;213;p11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214" name="Google Shape;214;p11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5" name="Google Shape;215;p11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6" name="Google Shape;216;p11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7" name="Google Shape;217;p11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18" name="Google Shape;218;p11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219" name="Google Shape;219;p11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220" name="Google Shape;220;p11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1" name="Google Shape;221;p11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2" name="Google Shape;222;p11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3" name="Google Shape;223;p11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224" name="Google Shape;224;p11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5" name="Google Shape;225;p11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26" name="Google Shape;226;p11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227" name="Google Shape;227;p11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8" name="Google Shape;228;p11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29" name="Google Shape;229;p11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230" name="Google Shape;230;p11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231" name="Google Shape;231;p11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32" name="Google Shape;232;p11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233" name="Google Shape;233;p11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234" name="Google Shape;234;p11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5" name="Google Shape;235;p11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36" name="Google Shape;236;p11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237" name="Google Shape;237;p11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38" name="Google Shape;238;p11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13"/>
          <p:cNvSpPr txBox="1">
            <a:spLocks noGrp="1"/>
          </p:cNvSpPr>
          <p:nvPr>
            <p:ph type="title" idx="2" hasCustomPrompt="1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3" name="Google Shape;243;p13"/>
          <p:cNvSpPr txBox="1">
            <a:spLocks noGrp="1"/>
          </p:cNvSpPr>
          <p:nvPr>
            <p:ph type="title" idx="3" hasCustomPrompt="1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4" name="Google Shape;244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5" name="Google Shape;245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6" name="Google Shape;246;p13"/>
          <p:cNvSpPr txBox="1">
            <a:spLocks noGrp="1"/>
          </p:cNvSpPr>
          <p:nvPr>
            <p:ph type="title" idx="6" hasCustomPrompt="1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7" name="Google Shape;247;p13"/>
          <p:cNvSpPr txBox="1">
            <a:spLocks noGrp="1"/>
          </p:cNvSpPr>
          <p:nvPr>
            <p:ph type="title" idx="7" hasCustomPrompt="1"/>
          </p:nvPr>
        </p:nvSpPr>
        <p:spPr>
          <a:xfrm>
            <a:off x="5737525" y="2789203"/>
            <a:ext cx="734700" cy="572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48" name="Google Shape;248;p13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49" name="Google Shape;249;p13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0" name="Google Shape;250;p13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1" name="Google Shape;251;p13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2" name="Google Shape;252;p13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3" name="Google Shape;253;p13"/>
          <p:cNvSpPr txBox="1">
            <a:spLocks noGrp="1"/>
          </p:cNvSpPr>
          <p:nvPr>
            <p:ph type="subTitle" idx="15"/>
          </p:nvPr>
        </p:nvSpPr>
        <p:spPr>
          <a:xfrm>
            <a:off x="573752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54" name="Google Shape;254;p13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3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6" name="Google Shape;256;p13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257" name="Google Shape;257;p13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258" name="Google Shape;258;p13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59" name="Google Shape;259;p13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260" name="Google Shape;260;p13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1" name="Google Shape;261;p13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62" name="Google Shape;262;p13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63" name="Google Shape;263;p13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264" name="Google Shape;264;p13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65" name="Google Shape;265;p13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266" name="Google Shape;266;p13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267" name="Google Shape;267;p13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68" name="Google Shape;268;p13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69" name="Google Shape;269;p13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270" name="Google Shape;270;p13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1" name="Google Shape;271;p13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72" name="Google Shape;272;p13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273" name="Google Shape;273;p13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74" name="Google Shape;274;p13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sp>
        <p:nvSpPr>
          <p:cNvPr id="275" name="Google Shape;275;p13"/>
          <p:cNvSpPr/>
          <p:nvPr/>
        </p:nvSpPr>
        <p:spPr>
          <a:xfrm>
            <a:off x="62832" y="4828541"/>
            <a:ext cx="734045" cy="45268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6" name="Google Shape;276;p13"/>
          <p:cNvGrpSpPr/>
          <p:nvPr/>
        </p:nvGrpSpPr>
        <p:grpSpPr>
          <a:xfrm>
            <a:off x="103395" y="3891186"/>
            <a:ext cx="668783" cy="959747"/>
            <a:chOff x="10519314" y="4728596"/>
            <a:chExt cx="751780" cy="1078731"/>
          </a:xfrm>
        </p:grpSpPr>
        <p:grpSp>
          <p:nvGrpSpPr>
            <p:cNvPr id="277" name="Google Shape;277;p13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278" name="Google Shape;278;p13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279" name="Google Shape;279;p13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0" name="Google Shape;280;p13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1" name="Google Shape;281;p13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82" name="Google Shape;282;p13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283" name="Google Shape;283;p13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4" name="Google Shape;284;p13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5" name="Google Shape;285;p13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86" name="Google Shape;286;p13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87" name="Google Shape;287;p13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288" name="Google Shape;288;p13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89" name="Google Shape;289;p13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0" name="Google Shape;290;p13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291" name="Google Shape;291;p13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2" name="Google Shape;292;p13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293" name="Google Shape;293;p13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294" name="Google Shape;294;p13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95" name="Google Shape;295;p13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96" name="Google Shape;296;p13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297" name="Google Shape;297;p13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" name="Google Shape;298;p13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299" name="Google Shape;299;p13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300" name="Google Shape;300;p13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1" name="Google Shape;301;p13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2" name="Google Shape;302;p13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303" name="Google Shape;303;p13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" name="Google Shape;304;p13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305" name="Google Shape;305;p13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306" name="Google Shape;306;p13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7" name="Google Shape;307;p13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08" name="Google Shape;308;p13"/>
          <p:cNvGrpSpPr/>
          <p:nvPr/>
        </p:nvGrpSpPr>
        <p:grpSpPr>
          <a:xfrm>
            <a:off x="150676" y="2823493"/>
            <a:ext cx="516117" cy="779220"/>
            <a:chOff x="10572463" y="3528536"/>
            <a:chExt cx="580168" cy="875823"/>
          </a:xfrm>
        </p:grpSpPr>
        <p:grpSp>
          <p:nvGrpSpPr>
            <p:cNvPr id="309" name="Google Shape;309;p13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310" name="Google Shape;310;p13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11" name="Google Shape;311;p13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312" name="Google Shape;312;p13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3" name="Google Shape;313;p13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4" name="Google Shape;314;p13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5" name="Google Shape;315;p13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6" name="Google Shape;316;p13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" name="Google Shape;317;p13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8" name="Google Shape;318;p13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319" name="Google Shape;319;p13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0" name="Google Shape;320;p13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1" name="Google Shape;321;p13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2" name="Google Shape;322;p13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23" name="Google Shape;323;p13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4" name="Google Shape;324;p13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325" name="Google Shape;325;p13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26" name="Google Shape;326;p13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327" name="Google Shape;327;p13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8" name="Google Shape;328;p13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" name="Google Shape;329;p13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" name="Google Shape;330;p13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1" name="Google Shape;331;p13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2" name="Google Shape;332;p13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3" name="Google Shape;333;p13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334" name="Google Shape;334;p13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5" name="Google Shape;335;p13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6" name="Google Shape;336;p13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7" name="Google Shape;337;p13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38" name="Google Shape;338;p13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39" name="Google Shape;339;p13"/>
          <p:cNvGrpSpPr/>
          <p:nvPr/>
        </p:nvGrpSpPr>
        <p:grpSpPr>
          <a:xfrm>
            <a:off x="361835" y="3601018"/>
            <a:ext cx="22030" cy="294484"/>
            <a:chOff x="10809827" y="4402455"/>
            <a:chExt cx="24764" cy="330993"/>
          </a:xfrm>
        </p:grpSpPr>
        <p:sp>
          <p:nvSpPr>
            <p:cNvPr id="340" name="Google Shape;340;p13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1" name="Google Shape;341;p13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2" name="Google Shape;342;p13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ONE_COLUMN_TEXT_1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4"/>
          <p:cNvSpPr txBox="1">
            <a:spLocks noGrp="1"/>
          </p:cNvSpPr>
          <p:nvPr>
            <p:ph type="title"/>
          </p:nvPr>
        </p:nvSpPr>
        <p:spPr>
          <a:xfrm>
            <a:off x="811975" y="1032900"/>
            <a:ext cx="2804400" cy="100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14"/>
          <p:cNvSpPr txBox="1">
            <a:spLocks noGrp="1"/>
          </p:cNvSpPr>
          <p:nvPr>
            <p:ph type="subTitle" idx="1"/>
          </p:nvPr>
        </p:nvSpPr>
        <p:spPr>
          <a:xfrm>
            <a:off x="811975" y="2039700"/>
            <a:ext cx="42948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6" name="Google Shape;346;p14"/>
          <p:cNvSpPr>
            <a:spLocks noGrp="1"/>
          </p:cNvSpPr>
          <p:nvPr>
            <p:ph type="pic" idx="2"/>
          </p:nvPr>
        </p:nvSpPr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7" name="Google Shape;347;p14"/>
          <p:cNvSpPr/>
          <p:nvPr/>
        </p:nvSpPr>
        <p:spPr>
          <a:xfrm rot="-2381697">
            <a:off x="-1265120" y="-661594"/>
            <a:ext cx="3096202" cy="2008988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4"/>
          <p:cNvSpPr/>
          <p:nvPr/>
        </p:nvSpPr>
        <p:spPr>
          <a:xfrm rot="-7296874">
            <a:off x="-735040" y="4231574"/>
            <a:ext cx="2036053" cy="150886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49" name="Google Shape;349;p1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350" name="Google Shape;350;p1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351" name="Google Shape;351;p1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1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1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54" name="Google Shape;354;p1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ONE_COLUMN_TEXT_1_1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5"/>
          <p:cNvSpPr txBox="1">
            <a:spLocks noGrp="1"/>
          </p:cNvSpPr>
          <p:nvPr>
            <p:ph type="title"/>
          </p:nvPr>
        </p:nvSpPr>
        <p:spPr>
          <a:xfrm>
            <a:off x="2013850" y="841075"/>
            <a:ext cx="5116200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57" name="Google Shape;357;p15"/>
          <p:cNvSpPr txBox="1">
            <a:spLocks noGrp="1"/>
          </p:cNvSpPr>
          <p:nvPr>
            <p:ph type="subTitle" idx="1"/>
          </p:nvPr>
        </p:nvSpPr>
        <p:spPr>
          <a:xfrm>
            <a:off x="2013850" y="2231525"/>
            <a:ext cx="5116200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15"/>
          <p:cNvSpPr/>
          <p:nvPr/>
        </p:nvSpPr>
        <p:spPr>
          <a:xfrm rot="9076707" flipH="1">
            <a:off x="7972821" y="-586852"/>
            <a:ext cx="1683799" cy="167281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9" name="Google Shape;359;p15"/>
          <p:cNvGrpSpPr/>
          <p:nvPr/>
        </p:nvGrpSpPr>
        <p:grpSpPr>
          <a:xfrm flipH="1">
            <a:off x="683048" y="4696520"/>
            <a:ext cx="325927" cy="404808"/>
            <a:chOff x="7385113" y="1535430"/>
            <a:chExt cx="435673" cy="541115"/>
          </a:xfrm>
        </p:grpSpPr>
        <p:sp>
          <p:nvSpPr>
            <p:cNvPr id="360" name="Google Shape;360;p15"/>
            <p:cNvSpPr/>
            <p:nvPr/>
          </p:nvSpPr>
          <p:spPr>
            <a:xfrm>
              <a:off x="7385113" y="1535430"/>
              <a:ext cx="435673" cy="541115"/>
            </a:xfrm>
            <a:custGeom>
              <a:avLst/>
              <a:gdLst/>
              <a:ahLst/>
              <a:cxnLst/>
              <a:rect l="l" t="t" r="r" b="b"/>
              <a:pathLst>
                <a:path w="435673" h="541115" extrusionOk="0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61" name="Google Shape;361;p15"/>
            <p:cNvGrpSpPr/>
            <p:nvPr/>
          </p:nvGrpSpPr>
          <p:grpSpPr>
            <a:xfrm>
              <a:off x="7612094" y="1566576"/>
              <a:ext cx="164781" cy="41529"/>
              <a:chOff x="7612094" y="1566576"/>
              <a:chExt cx="164781" cy="41529"/>
            </a:xfrm>
          </p:grpSpPr>
          <p:sp>
            <p:nvSpPr>
              <p:cNvPr id="362" name="Google Shape;362;p15"/>
              <p:cNvSpPr/>
              <p:nvPr/>
            </p:nvSpPr>
            <p:spPr>
              <a:xfrm>
                <a:off x="7735347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15"/>
              <p:cNvSpPr/>
              <p:nvPr/>
            </p:nvSpPr>
            <p:spPr>
              <a:xfrm>
                <a:off x="7673721" y="1566576"/>
                <a:ext cx="41528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8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15"/>
              <p:cNvSpPr/>
              <p:nvPr/>
            </p:nvSpPr>
            <p:spPr>
              <a:xfrm>
                <a:off x="7612094" y="1566576"/>
                <a:ext cx="41529" cy="41529"/>
              </a:xfrm>
              <a:custGeom>
                <a:avLst/>
                <a:gdLst/>
                <a:ahLst/>
                <a:cxnLst/>
                <a:rect l="l" t="t" r="r" b="b"/>
                <a:pathLst>
                  <a:path w="41529" h="41529" extrusionOk="0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65" name="Google Shape;365;p15"/>
          <p:cNvGrpSpPr/>
          <p:nvPr/>
        </p:nvGrpSpPr>
        <p:grpSpPr>
          <a:xfrm flipH="1">
            <a:off x="713902" y="4774546"/>
            <a:ext cx="268636" cy="280965"/>
            <a:chOff x="7420451" y="1639728"/>
            <a:chExt cx="359091" cy="375571"/>
          </a:xfrm>
        </p:grpSpPr>
        <p:sp>
          <p:nvSpPr>
            <p:cNvPr id="366" name="Google Shape;366;p15"/>
            <p:cNvSpPr/>
            <p:nvPr/>
          </p:nvSpPr>
          <p:spPr>
            <a:xfrm>
              <a:off x="7420451" y="1852041"/>
              <a:ext cx="357473" cy="163258"/>
            </a:xfrm>
            <a:custGeom>
              <a:avLst/>
              <a:gdLst/>
              <a:ahLst/>
              <a:cxnLst/>
              <a:rect l="l" t="t" r="r" b="b"/>
              <a:pathLst>
                <a:path w="357473" h="163258" extrusionOk="0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7425594" y="1639728"/>
              <a:ext cx="353948" cy="180117"/>
            </a:xfrm>
            <a:custGeom>
              <a:avLst/>
              <a:gdLst/>
              <a:ahLst/>
              <a:cxnLst/>
              <a:rect l="l" t="t" r="r" b="b"/>
              <a:pathLst>
                <a:path w="353948" h="180117" extrusionOk="0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8" name="Google Shape;368;p15"/>
          <p:cNvGrpSpPr/>
          <p:nvPr/>
        </p:nvGrpSpPr>
        <p:grpSpPr>
          <a:xfrm flipH="1">
            <a:off x="96200" y="4469347"/>
            <a:ext cx="355444" cy="644072"/>
            <a:chOff x="1945386" y="5582316"/>
            <a:chExt cx="470725" cy="852963"/>
          </a:xfrm>
        </p:grpSpPr>
        <p:grpSp>
          <p:nvGrpSpPr>
            <p:cNvPr id="369" name="Google Shape;369;p15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370" name="Google Shape;370;p15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71" name="Google Shape;371;p15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15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3" name="Google Shape;373;p15"/>
          <p:cNvGrpSpPr/>
          <p:nvPr/>
        </p:nvGrpSpPr>
        <p:grpSpPr>
          <a:xfrm>
            <a:off x="7975988" y="116167"/>
            <a:ext cx="1061979" cy="558999"/>
            <a:chOff x="3859815" y="2867310"/>
            <a:chExt cx="1262157" cy="664368"/>
          </a:xfrm>
        </p:grpSpPr>
        <p:sp>
          <p:nvSpPr>
            <p:cNvPr id="374" name="Google Shape;374;p15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5" name="Google Shape;375;p15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376" name="Google Shape;376;p15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377" name="Google Shape;377;p15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378" name="Google Shape;378;p15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79" name="Google Shape;379;p15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0" name="Google Shape;380;p15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381" name="Google Shape;381;p15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2" name="Google Shape;382;p15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83" name="Google Shape;383;p15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384" name="Google Shape;384;p15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85" name="Google Shape;385;p15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386" name="Google Shape;386;p15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15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15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89" name="Google Shape;389;p15"/>
          <p:cNvGrpSpPr/>
          <p:nvPr/>
        </p:nvGrpSpPr>
        <p:grpSpPr>
          <a:xfrm rot="5400000" flipH="1">
            <a:off x="557972" y="4696603"/>
            <a:ext cx="16329" cy="218290"/>
            <a:chOff x="10809827" y="4402455"/>
            <a:chExt cx="24764" cy="330993"/>
          </a:xfrm>
        </p:grpSpPr>
        <p:sp>
          <p:nvSpPr>
            <p:cNvPr id="390" name="Google Shape;390;p15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5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2" name="Google Shape;392;p15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3" name="Google Shape;393;p15"/>
          <p:cNvSpPr/>
          <p:nvPr/>
        </p:nvSpPr>
        <p:spPr>
          <a:xfrm rot="-532595">
            <a:off x="7984139" y="4422751"/>
            <a:ext cx="1661199" cy="1343241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 rot="-5145822" flipH="1">
            <a:off x="-1235221" y="72085"/>
            <a:ext cx="2404292" cy="131859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97" name="Google Shape;397;p16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16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399" name="Google Shape;399;p16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400" name="Google Shape;400;p16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1" name="Google Shape;401;p16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2" name="Google Shape;402;p16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403" name="Google Shape;403;p16"/>
          <p:cNvSpPr/>
          <p:nvPr/>
        </p:nvSpPr>
        <p:spPr>
          <a:xfrm rot="8800738" flipH="1">
            <a:off x="7902412" y="4181666"/>
            <a:ext cx="1680262" cy="1358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6"/>
          <p:cNvSpPr/>
          <p:nvPr/>
        </p:nvSpPr>
        <p:spPr>
          <a:xfrm rot="-8942362" flipH="1">
            <a:off x="-983149" y="4040244"/>
            <a:ext cx="2474148" cy="200058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6"/>
          <p:cNvSpPr/>
          <p:nvPr/>
        </p:nvSpPr>
        <p:spPr>
          <a:xfrm rot="1554271" flipH="1">
            <a:off x="7563507" y="-664049"/>
            <a:ext cx="2112334" cy="2002574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6"/>
          <p:cNvSpPr/>
          <p:nvPr/>
        </p:nvSpPr>
        <p:spPr>
          <a:xfrm>
            <a:off x="62825" y="1725386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07" name="Google Shape;407;p16"/>
          <p:cNvGrpSpPr/>
          <p:nvPr/>
        </p:nvGrpSpPr>
        <p:grpSpPr>
          <a:xfrm>
            <a:off x="96399" y="951293"/>
            <a:ext cx="552408" cy="792759"/>
            <a:chOff x="10519314" y="4728596"/>
            <a:chExt cx="751780" cy="1078731"/>
          </a:xfrm>
        </p:grpSpPr>
        <p:grpSp>
          <p:nvGrpSpPr>
            <p:cNvPr id="408" name="Google Shape;408;p16"/>
            <p:cNvGrpSpPr/>
            <p:nvPr/>
          </p:nvGrpSpPr>
          <p:grpSpPr>
            <a:xfrm>
              <a:off x="10519314" y="4728596"/>
              <a:ext cx="626662" cy="1078731"/>
              <a:chOff x="10519314" y="4728596"/>
              <a:chExt cx="626662" cy="1078731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10903220" y="4888205"/>
                <a:ext cx="242756" cy="919122"/>
                <a:chOff x="10903220" y="4888205"/>
                <a:chExt cx="242756" cy="919122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 rot="-447735">
                  <a:off x="10961814" y="4892503"/>
                  <a:ext cx="125567" cy="91052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444" h="909637" extrusionOk="0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16"/>
                <p:cNvSpPr/>
                <p:nvPr/>
              </p:nvSpPr>
              <p:spPr>
                <a:xfrm>
                  <a:off x="10952422" y="4933194"/>
                  <a:ext cx="42088" cy="42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8" h="42088" extrusionOk="0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2" name="Google Shape;412;p16"/>
                <p:cNvSpPr/>
                <p:nvPr/>
              </p:nvSpPr>
              <p:spPr>
                <a:xfrm>
                  <a:off x="10961186" y="5000250"/>
                  <a:ext cx="42087" cy="420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2087" h="42087" extrusionOk="0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3" name="Google Shape;413;p16"/>
                <p:cNvGrpSpPr/>
                <p:nvPr/>
              </p:nvGrpSpPr>
              <p:grpSpPr>
                <a:xfrm>
                  <a:off x="11014221" y="5588618"/>
                  <a:ext cx="100021" cy="114784"/>
                  <a:chOff x="11014221" y="5588618"/>
                  <a:chExt cx="100021" cy="114784"/>
                </a:xfrm>
              </p:grpSpPr>
              <p:sp>
                <p:nvSpPr>
                  <p:cNvPr id="414" name="Google Shape;414;p16"/>
                  <p:cNvSpPr/>
                  <p:nvPr/>
                </p:nvSpPr>
                <p:spPr>
                  <a:xfrm rot="-447735">
                    <a:off x="11014826" y="5594269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5" name="Google Shape;415;p16"/>
                  <p:cNvSpPr/>
                  <p:nvPr/>
                </p:nvSpPr>
                <p:spPr>
                  <a:xfrm rot="-447735">
                    <a:off x="11018646" y="5623150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6" name="Google Shape;416;p16"/>
                  <p:cNvSpPr/>
                  <p:nvPr/>
                </p:nvSpPr>
                <p:spPr>
                  <a:xfrm rot="-447735">
                    <a:off x="11021820" y="5653805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7" name="Google Shape;417;p16"/>
                  <p:cNvSpPr/>
                  <p:nvPr/>
                </p:nvSpPr>
                <p:spPr>
                  <a:xfrm rot="-447735">
                    <a:off x="11025635" y="5682688"/>
                    <a:ext cx="88001" cy="1506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7915" h="15049" extrusionOk="0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18" name="Google Shape;418;p16"/>
              <p:cNvGrpSpPr/>
              <p:nvPr/>
            </p:nvGrpSpPr>
            <p:grpSpPr>
              <a:xfrm>
                <a:off x="10718623" y="4728596"/>
                <a:ext cx="229169" cy="1075979"/>
                <a:chOff x="10718623" y="4728596"/>
                <a:chExt cx="229169" cy="1075979"/>
              </a:xfrm>
            </p:grpSpPr>
            <p:sp>
              <p:nvSpPr>
                <p:cNvPr id="419" name="Google Shape;419;p16"/>
                <p:cNvSpPr/>
                <p:nvPr/>
              </p:nvSpPr>
              <p:spPr>
                <a:xfrm rot="-172174">
                  <a:off x="10745259" y="4732329"/>
                  <a:ext cx="175897" cy="10685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6117" h="1069848" extrusionOk="0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0" name="Google Shape;420;p16"/>
                <p:cNvSpPr/>
                <p:nvPr/>
              </p:nvSpPr>
              <p:spPr>
                <a:xfrm>
                  <a:off x="10787634" y="5182743"/>
                  <a:ext cx="87629" cy="876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7629" h="87630" extrusionOk="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21" name="Google Shape;421;p16"/>
                <p:cNvGrpSpPr/>
                <p:nvPr/>
              </p:nvGrpSpPr>
              <p:grpSpPr>
                <a:xfrm>
                  <a:off x="10765015" y="5040134"/>
                  <a:ext cx="116314" cy="49775"/>
                  <a:chOff x="10765015" y="5040134"/>
                  <a:chExt cx="116314" cy="49775"/>
                </a:xfrm>
              </p:grpSpPr>
              <p:sp>
                <p:nvSpPr>
                  <p:cNvPr id="422" name="Google Shape;422;p16"/>
                  <p:cNvSpPr/>
                  <p:nvPr/>
                </p:nvSpPr>
                <p:spPr>
                  <a:xfrm rot="-172174">
                    <a:off x="10765318" y="50429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3" name="Google Shape;423;p16"/>
                  <p:cNvSpPr/>
                  <p:nvPr/>
                </p:nvSpPr>
                <p:spPr>
                  <a:xfrm rot="-172174">
                    <a:off x="10766681" y="5072121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24" name="Google Shape;424;p16"/>
                <p:cNvGrpSpPr/>
                <p:nvPr/>
              </p:nvGrpSpPr>
              <p:grpSpPr>
                <a:xfrm>
                  <a:off x="10784825" y="5436314"/>
                  <a:ext cx="116414" cy="49961"/>
                  <a:chOff x="10784825" y="5436314"/>
                  <a:chExt cx="116414" cy="49961"/>
                </a:xfrm>
              </p:grpSpPr>
              <p:sp>
                <p:nvSpPr>
                  <p:cNvPr id="425" name="Google Shape;425;p16"/>
                  <p:cNvSpPr/>
                  <p:nvPr/>
                </p:nvSpPr>
                <p:spPr>
                  <a:xfrm rot="-172174">
                    <a:off x="10785128" y="543916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26" name="Google Shape;426;p16"/>
                  <p:cNvSpPr/>
                  <p:nvPr/>
                </p:nvSpPr>
                <p:spPr>
                  <a:xfrm rot="-172174">
                    <a:off x="10786591" y="5468487"/>
                    <a:ext cx="114347" cy="1493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4490" h="14954" extrusionOk="0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27" name="Google Shape;427;p16"/>
              <p:cNvGrpSpPr/>
              <p:nvPr/>
            </p:nvGrpSpPr>
            <p:grpSpPr>
              <a:xfrm>
                <a:off x="10519314" y="4813458"/>
                <a:ext cx="202120" cy="992123"/>
                <a:chOff x="10519314" y="4813458"/>
                <a:chExt cx="202120" cy="992123"/>
              </a:xfrm>
            </p:grpSpPr>
            <p:sp>
              <p:nvSpPr>
                <p:cNvPr id="428" name="Google Shape;428;p16"/>
                <p:cNvSpPr/>
                <p:nvPr/>
              </p:nvSpPr>
              <p:spPr>
                <a:xfrm>
                  <a:off x="10519314" y="4813458"/>
                  <a:ext cx="202120" cy="9921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120" h="992123" extrusionOk="0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9" name="Google Shape;429;p16"/>
                <p:cNvSpPr/>
                <p:nvPr/>
              </p:nvSpPr>
              <p:spPr>
                <a:xfrm>
                  <a:off x="10558843" y="4891468"/>
                  <a:ext cx="123063" cy="123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3" h="123062" extrusionOk="0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30" name="Google Shape;430;p16"/>
                <p:cNvGrpSpPr/>
                <p:nvPr/>
              </p:nvGrpSpPr>
              <p:grpSpPr>
                <a:xfrm>
                  <a:off x="10556176" y="5465730"/>
                  <a:ext cx="128397" cy="44196"/>
                  <a:chOff x="10556176" y="5465730"/>
                  <a:chExt cx="128397" cy="44196"/>
                </a:xfrm>
              </p:grpSpPr>
              <p:sp>
                <p:nvSpPr>
                  <p:cNvPr id="431" name="Google Shape;431;p16"/>
                  <p:cNvSpPr/>
                  <p:nvPr/>
                </p:nvSpPr>
                <p:spPr>
                  <a:xfrm>
                    <a:off x="10556176" y="5465730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2" name="Google Shape;432;p16"/>
                  <p:cNvSpPr/>
                  <p:nvPr/>
                </p:nvSpPr>
                <p:spPr>
                  <a:xfrm>
                    <a:off x="10556176" y="5494972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33" name="Google Shape;433;p16"/>
                <p:cNvGrpSpPr/>
                <p:nvPr/>
              </p:nvGrpSpPr>
              <p:grpSpPr>
                <a:xfrm>
                  <a:off x="10556176" y="5689187"/>
                  <a:ext cx="128397" cy="44196"/>
                  <a:chOff x="10556176" y="5689187"/>
                  <a:chExt cx="128397" cy="44196"/>
                </a:xfrm>
              </p:grpSpPr>
              <p:sp>
                <p:nvSpPr>
                  <p:cNvPr id="434" name="Google Shape;434;p16"/>
                  <p:cNvSpPr/>
                  <p:nvPr/>
                </p:nvSpPr>
                <p:spPr>
                  <a:xfrm>
                    <a:off x="10556176" y="5689187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35" name="Google Shape;435;p16"/>
                  <p:cNvSpPr/>
                  <p:nvPr/>
                </p:nvSpPr>
                <p:spPr>
                  <a:xfrm>
                    <a:off x="10556176" y="5718429"/>
                    <a:ext cx="128397" cy="149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28397" h="14954" extrusionOk="0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436" name="Google Shape;436;p16"/>
            <p:cNvGrpSpPr/>
            <p:nvPr/>
          </p:nvGrpSpPr>
          <p:grpSpPr>
            <a:xfrm>
              <a:off x="11058042" y="5088325"/>
              <a:ext cx="213052" cy="717953"/>
              <a:chOff x="11058042" y="5088325"/>
              <a:chExt cx="213052" cy="717953"/>
            </a:xfrm>
          </p:grpSpPr>
          <p:sp>
            <p:nvSpPr>
              <p:cNvPr id="437" name="Google Shape;437;p16"/>
              <p:cNvSpPr/>
              <p:nvPr/>
            </p:nvSpPr>
            <p:spPr>
              <a:xfrm rot="-631368">
                <a:off x="11122592" y="5089982"/>
                <a:ext cx="83952" cy="714640"/>
              </a:xfrm>
              <a:custGeom>
                <a:avLst/>
                <a:gdLst/>
                <a:ahLst/>
                <a:cxnLst/>
                <a:rect l="l" t="t" r="r" b="b"/>
                <a:pathLst>
                  <a:path w="84010" h="715136" extrusionOk="0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16"/>
              <p:cNvSpPr/>
              <p:nvPr/>
            </p:nvSpPr>
            <p:spPr>
              <a:xfrm rot="-631368">
                <a:off x="11154645" y="5271518"/>
                <a:ext cx="25985" cy="411004"/>
              </a:xfrm>
              <a:custGeom>
                <a:avLst/>
                <a:gdLst/>
                <a:ahLst/>
                <a:cxnLst/>
                <a:rect l="l" t="t" r="r" b="b"/>
                <a:pathLst>
                  <a:path w="26003" h="411289" extrusionOk="0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" name="Google Shape;439;p16"/>
          <p:cNvGrpSpPr/>
          <p:nvPr/>
        </p:nvGrpSpPr>
        <p:grpSpPr>
          <a:xfrm>
            <a:off x="135453" y="69369"/>
            <a:ext cx="426307" cy="643642"/>
            <a:chOff x="10572463" y="3528536"/>
            <a:chExt cx="580168" cy="875823"/>
          </a:xfrm>
        </p:grpSpPr>
        <p:grpSp>
          <p:nvGrpSpPr>
            <p:cNvPr id="440" name="Google Shape;440;p16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441" name="Google Shape;441;p16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2" name="Google Shape;442;p16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443" name="Google Shape;443;p16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4" name="Google Shape;444;p16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16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6" name="Google Shape;446;p16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7" name="Google Shape;447;p16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8" name="Google Shape;448;p16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49" name="Google Shape;449;p16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450" name="Google Shape;450;p16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16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2" name="Google Shape;452;p16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3" name="Google Shape;453;p16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4" name="Google Shape;454;p16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5" name="Google Shape;455;p16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456" name="Google Shape;456;p16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7" name="Google Shape;457;p16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458" name="Google Shape;458;p16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16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0" name="Google Shape;460;p16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1" name="Google Shape;461;p16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16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16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464" name="Google Shape;464;p16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465" name="Google Shape;465;p16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6" name="Google Shape;466;p16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7" name="Google Shape;467;p16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16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9" name="Google Shape;469;p16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70" name="Google Shape;470;p16"/>
          <p:cNvGrpSpPr/>
          <p:nvPr/>
        </p:nvGrpSpPr>
        <p:grpSpPr>
          <a:xfrm>
            <a:off x="309868" y="711612"/>
            <a:ext cx="18197" cy="243247"/>
            <a:chOff x="10809827" y="4402455"/>
            <a:chExt cx="24764" cy="330993"/>
          </a:xfrm>
        </p:grpSpPr>
        <p:sp>
          <p:nvSpPr>
            <p:cNvPr id="471" name="Google Shape;471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2" name="Google Shape;472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3" name="Google Shape;473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4" name="Google Shape;474;p16"/>
          <p:cNvGrpSpPr/>
          <p:nvPr/>
        </p:nvGrpSpPr>
        <p:grpSpPr>
          <a:xfrm>
            <a:off x="8421644" y="1045085"/>
            <a:ext cx="396068" cy="717683"/>
            <a:chOff x="1945386" y="5582316"/>
            <a:chExt cx="470725" cy="852963"/>
          </a:xfrm>
        </p:grpSpPr>
        <p:grpSp>
          <p:nvGrpSpPr>
            <p:cNvPr id="475" name="Google Shape;475;p16"/>
            <p:cNvGrpSpPr/>
            <p:nvPr/>
          </p:nvGrpSpPr>
          <p:grpSpPr>
            <a:xfrm>
              <a:off x="1945386" y="5582316"/>
              <a:ext cx="470725" cy="852963"/>
              <a:chOff x="1945386" y="5582316"/>
              <a:chExt cx="470725" cy="852963"/>
            </a:xfrm>
          </p:grpSpPr>
          <p:sp>
            <p:nvSpPr>
              <p:cNvPr id="476" name="Google Shape;476;p16"/>
              <p:cNvSpPr/>
              <p:nvPr/>
            </p:nvSpPr>
            <p:spPr>
              <a:xfrm>
                <a:off x="1945386" y="5582316"/>
                <a:ext cx="470725" cy="852963"/>
              </a:xfrm>
              <a:custGeom>
                <a:avLst/>
                <a:gdLst/>
                <a:ahLst/>
                <a:cxnLst/>
                <a:rect l="l" t="t" r="r" b="b"/>
                <a:pathLst>
                  <a:path w="470725" h="852963" extrusionOk="0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16"/>
              <p:cNvSpPr/>
              <p:nvPr/>
            </p:nvSpPr>
            <p:spPr>
              <a:xfrm>
                <a:off x="1965864" y="5625846"/>
                <a:ext cx="429577" cy="699420"/>
              </a:xfrm>
              <a:custGeom>
                <a:avLst/>
                <a:gdLst/>
                <a:ahLst/>
                <a:cxnLst/>
                <a:rect l="l" t="t" r="r" b="b"/>
                <a:pathLst>
                  <a:path w="429577" h="699420" extrusionOk="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8" name="Google Shape;478;p16"/>
            <p:cNvSpPr/>
            <p:nvPr/>
          </p:nvSpPr>
          <p:spPr>
            <a:xfrm>
              <a:off x="1986438" y="6371462"/>
              <a:ext cx="388334" cy="32194"/>
            </a:xfrm>
            <a:custGeom>
              <a:avLst/>
              <a:gdLst/>
              <a:ahLst/>
              <a:cxnLst/>
              <a:rect l="l" t="t" r="r" b="b"/>
              <a:pathLst>
                <a:path w="388334" h="32194" extrusionOk="0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79" name="Google Shape;479;p16"/>
          <p:cNvGrpSpPr/>
          <p:nvPr/>
        </p:nvGrpSpPr>
        <p:grpSpPr>
          <a:xfrm>
            <a:off x="8088695" y="57742"/>
            <a:ext cx="1061979" cy="558999"/>
            <a:chOff x="3859815" y="2867310"/>
            <a:chExt cx="1262157" cy="664368"/>
          </a:xfrm>
        </p:grpSpPr>
        <p:sp>
          <p:nvSpPr>
            <p:cNvPr id="480" name="Google Shape;480;p16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1" name="Google Shape;481;p16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482" name="Google Shape;482;p16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483" name="Google Shape;483;p16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484" name="Google Shape;484;p16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5" name="Google Shape;485;p16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6" name="Google Shape;486;p16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487" name="Google Shape;487;p16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8" name="Google Shape;488;p16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489" name="Google Shape;489;p16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490" name="Google Shape;490;p16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91" name="Google Shape;491;p16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492" name="Google Shape;492;p16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16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16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95" name="Google Shape;495;p16"/>
          <p:cNvGrpSpPr/>
          <p:nvPr/>
        </p:nvGrpSpPr>
        <p:grpSpPr>
          <a:xfrm>
            <a:off x="8582238" y="611818"/>
            <a:ext cx="33124" cy="442802"/>
            <a:chOff x="10809827" y="4402455"/>
            <a:chExt cx="24764" cy="330993"/>
          </a:xfrm>
        </p:grpSpPr>
        <p:sp>
          <p:nvSpPr>
            <p:cNvPr id="496" name="Google Shape;496;p16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16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8" name="Google Shape;498;p16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19"/>
          <p:cNvSpPr txBox="1">
            <a:spLocks noGrp="1"/>
          </p:cNvSpPr>
          <p:nvPr>
            <p:ph type="title" hasCustomPrompt="1"/>
          </p:nvPr>
        </p:nvSpPr>
        <p:spPr>
          <a:xfrm>
            <a:off x="798388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79" name="Google Shape;579;p19"/>
          <p:cNvSpPr txBox="1">
            <a:spLocks noGrp="1"/>
          </p:cNvSpPr>
          <p:nvPr>
            <p:ph type="subTitle" idx="1"/>
          </p:nvPr>
        </p:nvSpPr>
        <p:spPr>
          <a:xfrm>
            <a:off x="798388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0" name="Google Shape;580;p19"/>
          <p:cNvSpPr txBox="1">
            <a:spLocks noGrp="1"/>
          </p:cNvSpPr>
          <p:nvPr>
            <p:ph type="title" idx="2" hasCustomPrompt="1"/>
          </p:nvPr>
        </p:nvSpPr>
        <p:spPr>
          <a:xfrm>
            <a:off x="2825700" y="1029535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1" name="Google Shape;581;p19"/>
          <p:cNvSpPr txBox="1">
            <a:spLocks noGrp="1"/>
          </p:cNvSpPr>
          <p:nvPr>
            <p:ph type="subTitle" idx="3"/>
          </p:nvPr>
        </p:nvSpPr>
        <p:spPr>
          <a:xfrm>
            <a:off x="2825700" y="1804473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2" name="Google Shape;582;p19"/>
          <p:cNvSpPr txBox="1">
            <a:spLocks noGrp="1"/>
          </p:cNvSpPr>
          <p:nvPr>
            <p:ph type="title" idx="4" hasCustomPrompt="1"/>
          </p:nvPr>
        </p:nvSpPr>
        <p:spPr>
          <a:xfrm>
            <a:off x="4853013" y="2997571"/>
            <a:ext cx="34926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3" name="Google Shape;583;p19"/>
          <p:cNvSpPr txBox="1">
            <a:spLocks noGrp="1"/>
          </p:cNvSpPr>
          <p:nvPr>
            <p:ph type="subTitle" idx="5"/>
          </p:nvPr>
        </p:nvSpPr>
        <p:spPr>
          <a:xfrm>
            <a:off x="4853013" y="3772215"/>
            <a:ext cx="3492600" cy="59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584" name="Google Shape;584;p19"/>
          <p:cNvSpPr/>
          <p:nvPr/>
        </p:nvSpPr>
        <p:spPr>
          <a:xfrm rot="-5710536">
            <a:off x="-1869285" y="3438573"/>
            <a:ext cx="3168438" cy="230790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9"/>
          <p:cNvSpPr/>
          <p:nvPr/>
        </p:nvSpPr>
        <p:spPr>
          <a:xfrm rot="-294905">
            <a:off x="7350387" y="3903245"/>
            <a:ext cx="3168449" cy="2561999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88" name="Google Shape;588;p20"/>
          <p:cNvSpPr/>
          <p:nvPr/>
        </p:nvSpPr>
        <p:spPr>
          <a:xfrm rot="337739" flipH="1">
            <a:off x="8212271" y="3187242"/>
            <a:ext cx="3158465" cy="3518480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9" name="Google Shape;589;p20"/>
          <p:cNvGrpSpPr/>
          <p:nvPr/>
        </p:nvGrpSpPr>
        <p:grpSpPr>
          <a:xfrm>
            <a:off x="90200" y="4214393"/>
            <a:ext cx="516117" cy="779220"/>
            <a:chOff x="10572463" y="3528536"/>
            <a:chExt cx="580168" cy="875823"/>
          </a:xfrm>
        </p:grpSpPr>
        <p:grpSp>
          <p:nvGrpSpPr>
            <p:cNvPr id="590" name="Google Shape;590;p20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591" name="Google Shape;591;p20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2" name="Google Shape;592;p20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593" name="Google Shape;593;p20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4" name="Google Shape;594;p20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5" name="Google Shape;595;p20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6" name="Google Shape;596;p20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7" name="Google Shape;597;p20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98" name="Google Shape;598;p20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599" name="Google Shape;599;p20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600" name="Google Shape;600;p20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1" name="Google Shape;601;p20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2" name="Google Shape;602;p20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3" name="Google Shape;603;p20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04" name="Google Shape;604;p20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5" name="Google Shape;605;p20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606" name="Google Shape;606;p20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07" name="Google Shape;607;p20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608" name="Google Shape;608;p20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9" name="Google Shape;609;p20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0" name="Google Shape;610;p20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1" name="Google Shape;611;p20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2" name="Google Shape;612;p20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3" name="Google Shape;613;p20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14" name="Google Shape;614;p20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615" name="Google Shape;615;p20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6" name="Google Shape;616;p20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7" name="Google Shape;617;p20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18" name="Google Shape;618;p20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19" name="Google Shape;619;p20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620" name="Google Shape;620;p20"/>
          <p:cNvSpPr/>
          <p:nvPr/>
        </p:nvSpPr>
        <p:spPr>
          <a:xfrm rot="-3657034" flipH="1">
            <a:off x="-1404232" y="-737971"/>
            <a:ext cx="2746020" cy="162787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21" name="Google Shape;621;p20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622" name="Google Shape;622;p20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623" name="Google Shape;623;p20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4" name="Google Shape;624;p20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625" name="Google Shape;625;p20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6" name="Google Shape;626;p20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7" name="Google Shape;627;p20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8" name="Google Shape;628;p20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629" name="Google Shape;629;p20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0" name="Google Shape;630;p20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631" name="Google Shape;631;p20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632" name="Google Shape;632;p20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3" name="Google Shape;633;p20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4" name="Google Shape;634;p20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635" name="Google Shape;635;p20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6" name="Google Shape;636;p20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637" name="Google Shape;637;p20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638" name="Google Shape;638;p20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39" name="Google Shape;639;p20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23"/>
          <p:cNvSpPr/>
          <p:nvPr/>
        </p:nvSpPr>
        <p:spPr>
          <a:xfrm rot="-1900174" flipH="1">
            <a:off x="-500059" y="-436065"/>
            <a:ext cx="1729608" cy="139855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3"/>
          <p:cNvSpPr/>
          <p:nvPr/>
        </p:nvSpPr>
        <p:spPr>
          <a:xfrm rot="-3263452" flipH="1">
            <a:off x="5847147" y="3927927"/>
            <a:ext cx="2997856" cy="2576292"/>
          </a:xfrm>
          <a:custGeom>
            <a:avLst/>
            <a:gdLst/>
            <a:ahLst/>
            <a:cxnLst/>
            <a:rect l="l" t="t" r="r" b="b"/>
            <a:pathLst>
              <a:path w="38869" h="30330" extrusionOk="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23"/>
          <p:cNvSpPr/>
          <p:nvPr/>
        </p:nvSpPr>
        <p:spPr>
          <a:xfrm rot="460623" flipH="1">
            <a:off x="6387251" y="-1517085"/>
            <a:ext cx="4087061" cy="330470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23"/>
          <p:cNvSpPr/>
          <p:nvPr/>
        </p:nvSpPr>
        <p:spPr>
          <a:xfrm rot="531593" flipH="1">
            <a:off x="-1222788" y="3829381"/>
            <a:ext cx="2902962" cy="2347327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2" name="Google Shape;692;p23"/>
          <p:cNvGrpSpPr/>
          <p:nvPr/>
        </p:nvGrpSpPr>
        <p:grpSpPr>
          <a:xfrm>
            <a:off x="7931872" y="177093"/>
            <a:ext cx="997823" cy="737095"/>
            <a:chOff x="7931872" y="177093"/>
            <a:chExt cx="997823" cy="737095"/>
          </a:xfrm>
        </p:grpSpPr>
        <p:grpSp>
          <p:nvGrpSpPr>
            <p:cNvPr id="693" name="Google Shape;693;p23"/>
            <p:cNvGrpSpPr/>
            <p:nvPr/>
          </p:nvGrpSpPr>
          <p:grpSpPr>
            <a:xfrm>
              <a:off x="7931872" y="177093"/>
              <a:ext cx="919725" cy="318025"/>
              <a:chOff x="7230903" y="4635722"/>
              <a:chExt cx="652843" cy="225742"/>
            </a:xfrm>
          </p:grpSpPr>
          <p:sp>
            <p:nvSpPr>
              <p:cNvPr id="694" name="Google Shape;694;p23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23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6" name="Google Shape;696;p23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697" name="Google Shape;697;p23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8" name="Google Shape;698;p23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9" name="Google Shape;699;p23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0" name="Google Shape;700;p23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01" name="Google Shape;701;p23"/>
            <p:cNvGrpSpPr/>
            <p:nvPr/>
          </p:nvGrpSpPr>
          <p:grpSpPr>
            <a:xfrm>
              <a:off x="7931872" y="596163"/>
              <a:ext cx="919725" cy="318025"/>
              <a:chOff x="7230903" y="4933188"/>
              <a:chExt cx="652843" cy="225742"/>
            </a:xfrm>
          </p:grpSpPr>
          <p:grpSp>
            <p:nvGrpSpPr>
              <p:cNvPr id="702" name="Google Shape;702;p23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703" name="Google Shape;703;p23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04" name="Google Shape;704;p23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705" name="Google Shape;705;p23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706" name="Google Shape;706;p23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7" name="Google Shape;707;p23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8" name="Google Shape;708;p23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9" name="Google Shape;709;p23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710" name="Google Shape;710;p23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23"/>
            <p:cNvGrpSpPr/>
            <p:nvPr/>
          </p:nvGrpSpPr>
          <p:grpSpPr>
            <a:xfrm>
              <a:off x="8756326" y="539537"/>
              <a:ext cx="173370" cy="112691"/>
              <a:chOff x="7816120" y="4892994"/>
              <a:chExt cx="123062" cy="79991"/>
            </a:xfrm>
          </p:grpSpPr>
          <p:grpSp>
            <p:nvGrpSpPr>
              <p:cNvPr id="712" name="Google Shape;712;p23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713" name="Google Shape;713;p23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14" name="Google Shape;714;p23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15" name="Google Shape;715;p23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24"/>
          <p:cNvSpPr/>
          <p:nvPr/>
        </p:nvSpPr>
        <p:spPr>
          <a:xfrm rot="8819869" flipH="1">
            <a:off x="7035528" y="3933627"/>
            <a:ext cx="3158468" cy="2509642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24"/>
          <p:cNvSpPr/>
          <p:nvPr/>
        </p:nvSpPr>
        <p:spPr>
          <a:xfrm rot="-3657034" flipH="1">
            <a:off x="-1336268" y="-858934"/>
            <a:ext cx="2746020" cy="1921695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19" name="Google Shape;719;p24"/>
          <p:cNvGrpSpPr/>
          <p:nvPr/>
        </p:nvGrpSpPr>
        <p:grpSpPr>
          <a:xfrm>
            <a:off x="65066" y="4373044"/>
            <a:ext cx="878158" cy="654532"/>
            <a:chOff x="1114425" y="4361211"/>
            <a:chExt cx="573023" cy="427101"/>
          </a:xfrm>
        </p:grpSpPr>
        <p:grpSp>
          <p:nvGrpSpPr>
            <p:cNvPr id="720" name="Google Shape;720;p24"/>
            <p:cNvGrpSpPr/>
            <p:nvPr/>
          </p:nvGrpSpPr>
          <p:grpSpPr>
            <a:xfrm>
              <a:off x="1114425" y="4361211"/>
              <a:ext cx="573023" cy="427101"/>
              <a:chOff x="1114425" y="4361211"/>
              <a:chExt cx="573023" cy="427101"/>
            </a:xfrm>
          </p:grpSpPr>
          <p:sp>
            <p:nvSpPr>
              <p:cNvPr id="721" name="Google Shape;721;p24"/>
              <p:cNvSpPr/>
              <p:nvPr/>
            </p:nvSpPr>
            <p:spPr>
              <a:xfrm>
                <a:off x="1241964" y="4361211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24"/>
              <p:cNvSpPr/>
              <p:nvPr/>
            </p:nvSpPr>
            <p:spPr>
              <a:xfrm>
                <a:off x="1178242" y="4425029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24"/>
              <p:cNvSpPr/>
              <p:nvPr/>
            </p:nvSpPr>
            <p:spPr>
              <a:xfrm>
                <a:off x="1114425" y="4488846"/>
                <a:ext cx="445484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484" h="299466" extrusionOk="0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24" name="Google Shape;724;p24"/>
            <p:cNvSpPr/>
            <p:nvPr/>
          </p:nvSpPr>
          <p:spPr>
            <a:xfrm>
              <a:off x="1303210" y="4628965"/>
              <a:ext cx="68735" cy="82063"/>
            </a:xfrm>
            <a:custGeom>
              <a:avLst/>
              <a:gdLst/>
              <a:ahLst/>
              <a:cxnLst/>
              <a:rect l="l" t="t" r="r" b="b"/>
              <a:pathLst>
                <a:path w="68735" h="82063" extrusionOk="0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25" name="Google Shape;725;p24"/>
          <p:cNvGrpSpPr/>
          <p:nvPr/>
        </p:nvGrpSpPr>
        <p:grpSpPr>
          <a:xfrm>
            <a:off x="8114970" y="266839"/>
            <a:ext cx="829992" cy="750888"/>
            <a:chOff x="8114596" y="445039"/>
            <a:chExt cx="633002" cy="572716"/>
          </a:xfrm>
        </p:grpSpPr>
        <p:grpSp>
          <p:nvGrpSpPr>
            <p:cNvPr id="726" name="Google Shape;726;p24"/>
            <p:cNvGrpSpPr/>
            <p:nvPr/>
          </p:nvGrpSpPr>
          <p:grpSpPr>
            <a:xfrm>
              <a:off x="8114596" y="445039"/>
              <a:ext cx="633002" cy="572716"/>
              <a:chOff x="7189660" y="520827"/>
              <a:chExt cx="598074" cy="541115"/>
            </a:xfrm>
          </p:grpSpPr>
          <p:sp>
            <p:nvSpPr>
              <p:cNvPr id="727" name="Google Shape;727;p24"/>
              <p:cNvSpPr/>
              <p:nvPr/>
            </p:nvSpPr>
            <p:spPr>
              <a:xfrm>
                <a:off x="7189660" y="520827"/>
                <a:ext cx="598074" cy="541115"/>
              </a:xfrm>
              <a:custGeom>
                <a:avLst/>
                <a:gdLst/>
                <a:ahLst/>
                <a:cxnLst/>
                <a:rect l="l" t="t" r="r" b="b"/>
                <a:pathLst>
                  <a:path w="598074" h="541115" extrusionOk="0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28" name="Google Shape;728;p24"/>
              <p:cNvGrpSpPr/>
              <p:nvPr/>
            </p:nvGrpSpPr>
            <p:grpSpPr>
              <a:xfrm>
                <a:off x="7579137" y="551973"/>
                <a:ext cx="164782" cy="41529"/>
                <a:chOff x="7579137" y="551973"/>
                <a:chExt cx="164782" cy="41529"/>
              </a:xfrm>
            </p:grpSpPr>
            <p:sp>
              <p:nvSpPr>
                <p:cNvPr id="729" name="Google Shape;729;p24"/>
                <p:cNvSpPr/>
                <p:nvPr/>
              </p:nvSpPr>
              <p:spPr>
                <a:xfrm>
                  <a:off x="7702391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0" name="Google Shape;730;p24"/>
                <p:cNvSpPr/>
                <p:nvPr/>
              </p:nvSpPr>
              <p:spPr>
                <a:xfrm>
                  <a:off x="7640764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31" name="Google Shape;731;p24"/>
                <p:cNvSpPr/>
                <p:nvPr/>
              </p:nvSpPr>
              <p:spPr>
                <a:xfrm>
                  <a:off x="7579137" y="551973"/>
                  <a:ext cx="41528" cy="41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528" h="41529" extrusionOk="0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732" name="Google Shape;732;p24"/>
            <p:cNvGrpSpPr/>
            <p:nvPr/>
          </p:nvGrpSpPr>
          <p:grpSpPr>
            <a:xfrm>
              <a:off x="8184962" y="619646"/>
              <a:ext cx="498115" cy="257273"/>
              <a:chOff x="7256144" y="685800"/>
              <a:chExt cx="470630" cy="243077"/>
            </a:xfrm>
          </p:grpSpPr>
          <p:sp>
            <p:nvSpPr>
              <p:cNvPr id="733" name="Google Shape;733;p24"/>
              <p:cNvSpPr/>
              <p:nvPr/>
            </p:nvSpPr>
            <p:spPr>
              <a:xfrm>
                <a:off x="7256144" y="694753"/>
                <a:ext cx="218503" cy="218217"/>
              </a:xfrm>
              <a:custGeom>
                <a:avLst/>
                <a:gdLst/>
                <a:ahLst/>
                <a:cxnLst/>
                <a:rect l="l" t="t" r="r" b="b"/>
                <a:pathLst>
                  <a:path w="218503" h="218217" extrusionOk="0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34" name="Google Shape;734;p24"/>
              <p:cNvGrpSpPr/>
              <p:nvPr/>
            </p:nvGrpSpPr>
            <p:grpSpPr>
              <a:xfrm>
                <a:off x="7512843" y="685800"/>
                <a:ext cx="213931" cy="243077"/>
                <a:chOff x="7512843" y="685800"/>
                <a:chExt cx="213931" cy="243077"/>
              </a:xfrm>
            </p:grpSpPr>
            <p:grpSp>
              <p:nvGrpSpPr>
                <p:cNvPr id="735" name="Google Shape;735;p24"/>
                <p:cNvGrpSpPr/>
                <p:nvPr/>
              </p:nvGrpSpPr>
              <p:grpSpPr>
                <a:xfrm>
                  <a:off x="7512843" y="836580"/>
                  <a:ext cx="213931" cy="92297"/>
                  <a:chOff x="7512843" y="836580"/>
                  <a:chExt cx="213931" cy="92297"/>
                </a:xfrm>
              </p:grpSpPr>
              <p:sp>
                <p:nvSpPr>
                  <p:cNvPr id="736" name="Google Shape;736;p24"/>
                  <p:cNvSpPr/>
                  <p:nvPr/>
                </p:nvSpPr>
                <p:spPr>
                  <a:xfrm>
                    <a:off x="7512843" y="85601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37" name="Google Shape;737;p24"/>
                  <p:cNvSpPr/>
                  <p:nvPr/>
                </p:nvSpPr>
                <p:spPr>
                  <a:xfrm>
                    <a:off x="7512843" y="83658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38" name="Google Shape;738;p24"/>
                <p:cNvGrpSpPr/>
                <p:nvPr/>
              </p:nvGrpSpPr>
              <p:grpSpPr>
                <a:xfrm>
                  <a:off x="7512843" y="761238"/>
                  <a:ext cx="213931" cy="92296"/>
                  <a:chOff x="7512843" y="761238"/>
                  <a:chExt cx="213931" cy="92296"/>
                </a:xfrm>
              </p:grpSpPr>
              <p:sp>
                <p:nvSpPr>
                  <p:cNvPr id="739" name="Google Shape;739;p24"/>
                  <p:cNvSpPr/>
                  <p:nvPr/>
                </p:nvSpPr>
                <p:spPr>
                  <a:xfrm>
                    <a:off x="7512843" y="780668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0" name="Google Shape;740;p24"/>
                  <p:cNvSpPr/>
                  <p:nvPr/>
                </p:nvSpPr>
                <p:spPr>
                  <a:xfrm>
                    <a:off x="7512843" y="761238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741" name="Google Shape;741;p24"/>
                <p:cNvGrpSpPr/>
                <p:nvPr/>
              </p:nvGrpSpPr>
              <p:grpSpPr>
                <a:xfrm>
                  <a:off x="7512843" y="685800"/>
                  <a:ext cx="213931" cy="92297"/>
                  <a:chOff x="7512843" y="685800"/>
                  <a:chExt cx="213931" cy="92297"/>
                </a:xfrm>
              </p:grpSpPr>
              <p:sp>
                <p:nvSpPr>
                  <p:cNvPr id="742" name="Google Shape;742;p24"/>
                  <p:cNvSpPr/>
                  <p:nvPr/>
                </p:nvSpPr>
                <p:spPr>
                  <a:xfrm>
                    <a:off x="7512843" y="705231"/>
                    <a:ext cx="213931" cy="7286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72866" extrusionOk="0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43" name="Google Shape;743;p24"/>
                  <p:cNvSpPr/>
                  <p:nvPr/>
                </p:nvSpPr>
                <p:spPr>
                  <a:xfrm>
                    <a:off x="7512843" y="685800"/>
                    <a:ext cx="213931" cy="3886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13931" h="38861" extrusionOk="0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Epilogue"/>
              <a:buNone/>
              <a:defRPr sz="3000" b="1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●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○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ato"/>
              <a:buChar char="■"/>
              <a:defRPr sz="12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5" r:id="rId13"/>
    <p:sldLayoutId id="2147483666" r:id="rId14"/>
    <p:sldLayoutId id="2147483669" r:id="rId15"/>
    <p:sldLayoutId id="2147483670" r:id="rId1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28"/>
          <p:cNvSpPr/>
          <p:nvPr/>
        </p:nvSpPr>
        <p:spPr>
          <a:xfrm rot="1053742">
            <a:off x="4909608" y="421118"/>
            <a:ext cx="4314987" cy="4418593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28"/>
          <p:cNvSpPr txBox="1">
            <a:spLocks noGrp="1"/>
          </p:cNvSpPr>
          <p:nvPr>
            <p:ph type="ctrTitle"/>
          </p:nvPr>
        </p:nvSpPr>
        <p:spPr>
          <a:xfrm>
            <a:off x="246343" y="-143578"/>
            <a:ext cx="4908463" cy="418457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800" dirty="0"/>
              <a:t>Agent</a:t>
            </a:r>
            <a:br>
              <a:rPr lang="en-US" sz="4800" dirty="0"/>
            </a:br>
            <a:r>
              <a:rPr lang="en-US" sz="4800" dirty="0"/>
              <a:t>intelligent </a:t>
            </a:r>
            <a:r>
              <a:rPr lang="en-US" sz="4800" dirty="0" err="1"/>
              <a:t>d’exploration</a:t>
            </a:r>
            <a:r>
              <a:rPr lang="en-US" sz="4800" dirty="0"/>
              <a:t> des peptides</a:t>
            </a:r>
            <a:endParaRPr sz="4800" dirty="0"/>
          </a:p>
        </p:txBody>
      </p:sp>
      <p:sp>
        <p:nvSpPr>
          <p:cNvPr id="756" name="Google Shape;756;p28"/>
          <p:cNvSpPr txBox="1">
            <a:spLocks noGrp="1"/>
          </p:cNvSpPr>
          <p:nvPr>
            <p:ph type="subTitle" idx="1"/>
          </p:nvPr>
        </p:nvSpPr>
        <p:spPr>
          <a:xfrm>
            <a:off x="644524" y="3507737"/>
            <a:ext cx="41121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*</a:t>
            </a:r>
            <a:endParaRPr dirty="0"/>
          </a:p>
        </p:txBody>
      </p:sp>
      <p:grpSp>
        <p:nvGrpSpPr>
          <p:cNvPr id="757" name="Google Shape;757;p28"/>
          <p:cNvGrpSpPr/>
          <p:nvPr/>
        </p:nvGrpSpPr>
        <p:grpSpPr>
          <a:xfrm>
            <a:off x="5165167" y="656304"/>
            <a:ext cx="3841017" cy="3831227"/>
            <a:chOff x="5165167" y="656304"/>
            <a:chExt cx="3841017" cy="3831227"/>
          </a:xfrm>
        </p:grpSpPr>
        <p:grpSp>
          <p:nvGrpSpPr>
            <p:cNvPr id="758" name="Google Shape;758;p28"/>
            <p:cNvGrpSpPr/>
            <p:nvPr/>
          </p:nvGrpSpPr>
          <p:grpSpPr>
            <a:xfrm>
              <a:off x="5631673" y="1763897"/>
              <a:ext cx="2961645" cy="1992933"/>
              <a:chOff x="5311140" y="3874579"/>
              <a:chExt cx="2693384" cy="1812416"/>
            </a:xfrm>
          </p:grpSpPr>
          <p:grpSp>
            <p:nvGrpSpPr>
              <p:cNvPr id="759" name="Google Shape;759;p28"/>
              <p:cNvGrpSpPr/>
              <p:nvPr/>
            </p:nvGrpSpPr>
            <p:grpSpPr>
              <a:xfrm>
                <a:off x="6183439" y="5359431"/>
                <a:ext cx="948880" cy="327564"/>
                <a:chOff x="6183439" y="5359431"/>
                <a:chExt cx="948880" cy="327564"/>
              </a:xfrm>
            </p:grpSpPr>
            <p:sp>
              <p:nvSpPr>
                <p:cNvPr id="760" name="Google Shape;760;p28"/>
                <p:cNvSpPr/>
                <p:nvPr/>
              </p:nvSpPr>
              <p:spPr>
                <a:xfrm>
                  <a:off x="6459569" y="5359431"/>
                  <a:ext cx="396621" cy="2912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621" h="291274" extrusionOk="0">
                      <a:moveTo>
                        <a:pt x="396621" y="0"/>
                      </a:moveTo>
                      <a:lnTo>
                        <a:pt x="396621" y="291274"/>
                      </a:lnTo>
                      <a:lnTo>
                        <a:pt x="0" y="291274"/>
                      </a:lnTo>
                      <a:lnTo>
                        <a:pt x="0" y="0"/>
                      </a:lnTo>
                      <a:lnTo>
                        <a:pt x="140304" y="0"/>
                      </a:lnTo>
                      <a:lnTo>
                        <a:pt x="140304" y="140017"/>
                      </a:lnTo>
                      <a:cubicBezTo>
                        <a:pt x="140304" y="171926"/>
                        <a:pt x="166402" y="198120"/>
                        <a:pt x="198311" y="198120"/>
                      </a:cubicBezTo>
                      <a:cubicBezTo>
                        <a:pt x="230220" y="198120"/>
                        <a:pt x="256413" y="171926"/>
                        <a:pt x="256413" y="140017"/>
                      </a:cubicBezTo>
                      <a:lnTo>
                        <a:pt x="256413" y="0"/>
                      </a:lnTo>
                      <a:lnTo>
                        <a:pt x="396621" y="0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1" name="Google Shape;761;p28"/>
                <p:cNvSpPr/>
                <p:nvPr/>
              </p:nvSpPr>
              <p:spPr>
                <a:xfrm>
                  <a:off x="6459569" y="5359431"/>
                  <a:ext cx="140303" cy="590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303" h="59054" extrusionOk="0">
                      <a:moveTo>
                        <a:pt x="0" y="0"/>
                      </a:moveTo>
                      <a:lnTo>
                        <a:pt x="140304" y="0"/>
                      </a:lnTo>
                      <a:lnTo>
                        <a:pt x="140304" y="59055"/>
                      </a:lnTo>
                      <a:lnTo>
                        <a:pt x="0" y="42862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2" name="Google Shape;762;p28"/>
                <p:cNvSpPr/>
                <p:nvPr/>
              </p:nvSpPr>
              <p:spPr>
                <a:xfrm>
                  <a:off x="6715982" y="5359431"/>
                  <a:ext cx="140207" cy="8839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0207" h="88391" extrusionOk="0">
                      <a:moveTo>
                        <a:pt x="140208" y="0"/>
                      </a:moveTo>
                      <a:lnTo>
                        <a:pt x="140208" y="88392"/>
                      </a:lnTo>
                      <a:lnTo>
                        <a:pt x="0" y="72295"/>
                      </a:lnTo>
                      <a:lnTo>
                        <a:pt x="0" y="0"/>
                      </a:lnTo>
                      <a:lnTo>
                        <a:pt x="1402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63" name="Google Shape;763;p28"/>
                <p:cNvSpPr/>
                <p:nvPr/>
              </p:nvSpPr>
              <p:spPr>
                <a:xfrm>
                  <a:off x="6183439" y="5647467"/>
                  <a:ext cx="948880" cy="3952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48880" h="39528" extrusionOk="0">
                      <a:moveTo>
                        <a:pt x="0" y="0"/>
                      </a:moveTo>
                      <a:lnTo>
                        <a:pt x="948880" y="0"/>
                      </a:lnTo>
                      <a:lnTo>
                        <a:pt x="948880" y="39529"/>
                      </a:lnTo>
                      <a:lnTo>
                        <a:pt x="0" y="3952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764" name="Google Shape;764;p28"/>
              <p:cNvSpPr/>
              <p:nvPr/>
            </p:nvSpPr>
            <p:spPr>
              <a:xfrm>
                <a:off x="5311140" y="3874579"/>
                <a:ext cx="2693384" cy="1517428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517428" extrusionOk="0">
                    <a:moveTo>
                      <a:pt x="2693384" y="107442"/>
                    </a:moveTo>
                    <a:lnTo>
                      <a:pt x="2693384" y="1409890"/>
                    </a:lnTo>
                    <a:cubicBezTo>
                      <a:pt x="2693384" y="1469231"/>
                      <a:pt x="2645283" y="1517428"/>
                      <a:pt x="2585847" y="1517428"/>
                    </a:cubicBezTo>
                    <a:lnTo>
                      <a:pt x="107537" y="1517428"/>
                    </a:lnTo>
                    <a:cubicBezTo>
                      <a:pt x="48101" y="1517428"/>
                      <a:pt x="0" y="1469231"/>
                      <a:pt x="0" y="1409890"/>
                    </a:cubicBezTo>
                    <a:lnTo>
                      <a:pt x="0" y="107442"/>
                    </a:lnTo>
                    <a:cubicBezTo>
                      <a:pt x="0" y="48101"/>
                      <a:pt x="48101" y="0"/>
                      <a:pt x="107537" y="0"/>
                    </a:cubicBezTo>
                    <a:lnTo>
                      <a:pt x="2585847" y="0"/>
                    </a:lnTo>
                    <a:cubicBezTo>
                      <a:pt x="2645283" y="0"/>
                      <a:pt x="2693384" y="48101"/>
                      <a:pt x="2693384" y="10744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28"/>
              <p:cNvSpPr/>
              <p:nvPr/>
            </p:nvSpPr>
            <p:spPr>
              <a:xfrm>
                <a:off x="5311140" y="4009739"/>
                <a:ext cx="2693384" cy="1223295"/>
              </a:xfrm>
              <a:custGeom>
                <a:avLst/>
                <a:gdLst/>
                <a:ahLst/>
                <a:cxnLst/>
                <a:rect l="l" t="t" r="r" b="b"/>
                <a:pathLst>
                  <a:path w="2693384" h="1223295" extrusionOk="0">
                    <a:moveTo>
                      <a:pt x="0" y="0"/>
                    </a:moveTo>
                    <a:lnTo>
                      <a:pt x="2693384" y="0"/>
                    </a:lnTo>
                    <a:lnTo>
                      <a:pt x="2693384" y="1223296"/>
                    </a:lnTo>
                    <a:lnTo>
                      <a:pt x="0" y="1223296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28"/>
              <p:cNvSpPr/>
              <p:nvPr/>
            </p:nvSpPr>
            <p:spPr>
              <a:xfrm>
                <a:off x="6619875" y="5273611"/>
                <a:ext cx="76009" cy="76009"/>
              </a:xfrm>
              <a:custGeom>
                <a:avLst/>
                <a:gdLst/>
                <a:ahLst/>
                <a:cxnLst/>
                <a:rect l="l" t="t" r="r" b="b"/>
                <a:pathLst>
                  <a:path w="76009" h="76009" extrusionOk="0">
                    <a:moveTo>
                      <a:pt x="76009" y="38005"/>
                    </a:moveTo>
                    <a:cubicBezTo>
                      <a:pt x="76009" y="58960"/>
                      <a:pt x="59055" y="76010"/>
                      <a:pt x="38005" y="76010"/>
                    </a:cubicBezTo>
                    <a:cubicBezTo>
                      <a:pt x="16955" y="76010"/>
                      <a:pt x="0" y="59055"/>
                      <a:pt x="0" y="38005"/>
                    </a:cubicBezTo>
                    <a:cubicBezTo>
                      <a:pt x="0" y="16954"/>
                      <a:pt x="16955" y="0"/>
                      <a:pt x="38005" y="0"/>
                    </a:cubicBezTo>
                    <a:cubicBezTo>
                      <a:pt x="59055" y="0"/>
                      <a:pt x="76009" y="16954"/>
                      <a:pt x="76009" y="38005"/>
                    </a:cubicBezTo>
                    <a:close/>
                  </a:path>
                </a:pathLst>
              </a:custGeom>
              <a:solidFill>
                <a:srgbClr val="42444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7" name="Google Shape;767;p28"/>
            <p:cNvGrpSpPr/>
            <p:nvPr/>
          </p:nvGrpSpPr>
          <p:grpSpPr>
            <a:xfrm>
              <a:off x="6285440" y="656304"/>
              <a:ext cx="1654423" cy="835905"/>
              <a:chOff x="5905690" y="2867310"/>
              <a:chExt cx="1504568" cy="760190"/>
            </a:xfrm>
          </p:grpSpPr>
          <p:sp>
            <p:nvSpPr>
              <p:cNvPr id="768" name="Google Shape;768;p28"/>
              <p:cNvSpPr/>
              <p:nvPr/>
            </p:nvSpPr>
            <p:spPr>
              <a:xfrm>
                <a:off x="5905690" y="2867310"/>
                <a:ext cx="1504568" cy="760190"/>
              </a:xfrm>
              <a:custGeom>
                <a:avLst/>
                <a:gdLst/>
                <a:ahLst/>
                <a:cxnLst/>
                <a:rect l="l" t="t" r="r" b="b"/>
                <a:pathLst>
                  <a:path w="1504568" h="760190" extrusionOk="0">
                    <a:moveTo>
                      <a:pt x="1504379" y="647414"/>
                    </a:moveTo>
                    <a:cubicBezTo>
                      <a:pt x="1504379" y="709708"/>
                      <a:pt x="1453896" y="760190"/>
                      <a:pt x="1391602" y="760190"/>
                    </a:cubicBezTo>
                    <a:lnTo>
                      <a:pt x="194881" y="760190"/>
                    </a:lnTo>
                    <a:cubicBezTo>
                      <a:pt x="87249" y="760190"/>
                      <a:pt x="0" y="672941"/>
                      <a:pt x="0" y="565309"/>
                    </a:cubicBezTo>
                    <a:cubicBezTo>
                      <a:pt x="0" y="457676"/>
                      <a:pt x="87249" y="370522"/>
                      <a:pt x="194881" y="370522"/>
                    </a:cubicBezTo>
                    <a:cubicBezTo>
                      <a:pt x="220027" y="370522"/>
                      <a:pt x="244126" y="375285"/>
                      <a:pt x="266223" y="383953"/>
                    </a:cubicBezTo>
                    <a:cubicBezTo>
                      <a:pt x="266223" y="382714"/>
                      <a:pt x="266223" y="381381"/>
                      <a:pt x="266223" y="380047"/>
                    </a:cubicBezTo>
                    <a:cubicBezTo>
                      <a:pt x="266223" y="240030"/>
                      <a:pt x="341947" y="117729"/>
                      <a:pt x="454628" y="51816"/>
                    </a:cubicBezTo>
                    <a:cubicBezTo>
                      <a:pt x="510921" y="18859"/>
                      <a:pt x="576453" y="0"/>
                      <a:pt x="646366" y="0"/>
                    </a:cubicBezTo>
                    <a:cubicBezTo>
                      <a:pt x="832009" y="0"/>
                      <a:pt x="986504" y="133064"/>
                      <a:pt x="1019747" y="309086"/>
                    </a:cubicBezTo>
                    <a:cubicBezTo>
                      <a:pt x="1054989" y="288893"/>
                      <a:pt x="1095851" y="277368"/>
                      <a:pt x="1139476" y="277368"/>
                    </a:cubicBezTo>
                    <a:cubicBezTo>
                      <a:pt x="1272731" y="277368"/>
                      <a:pt x="1380839" y="385477"/>
                      <a:pt x="1380839" y="518731"/>
                    </a:cubicBezTo>
                    <a:cubicBezTo>
                      <a:pt x="1380839" y="524256"/>
                      <a:pt x="1380648" y="529685"/>
                      <a:pt x="1380268" y="535114"/>
                    </a:cubicBezTo>
                    <a:cubicBezTo>
                      <a:pt x="1384078" y="534734"/>
                      <a:pt x="1387887" y="534543"/>
                      <a:pt x="1391793" y="534543"/>
                    </a:cubicBezTo>
                    <a:cubicBezTo>
                      <a:pt x="1454086" y="534543"/>
                      <a:pt x="1504569" y="585026"/>
                      <a:pt x="1504569" y="64731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28"/>
              <p:cNvSpPr/>
              <p:nvPr/>
            </p:nvSpPr>
            <p:spPr>
              <a:xfrm>
                <a:off x="5905690" y="2918364"/>
                <a:ext cx="922591" cy="709136"/>
              </a:xfrm>
              <a:custGeom>
                <a:avLst/>
                <a:gdLst/>
                <a:ahLst/>
                <a:cxnLst/>
                <a:rect l="l" t="t" r="r" b="b"/>
                <a:pathLst>
                  <a:path w="922591" h="709136" extrusionOk="0">
                    <a:moveTo>
                      <a:pt x="922305" y="709136"/>
                    </a:moveTo>
                    <a:lnTo>
                      <a:pt x="194881" y="709136"/>
                    </a:lnTo>
                    <a:cubicBezTo>
                      <a:pt x="87249" y="709136"/>
                      <a:pt x="0" y="621887"/>
                      <a:pt x="0" y="514255"/>
                    </a:cubicBezTo>
                    <a:cubicBezTo>
                      <a:pt x="0" y="406622"/>
                      <a:pt x="87249" y="319468"/>
                      <a:pt x="194881" y="319468"/>
                    </a:cubicBezTo>
                    <a:cubicBezTo>
                      <a:pt x="220027" y="319468"/>
                      <a:pt x="244126" y="324231"/>
                      <a:pt x="266223" y="332899"/>
                    </a:cubicBezTo>
                    <a:cubicBezTo>
                      <a:pt x="266223" y="331660"/>
                      <a:pt x="266223" y="330327"/>
                      <a:pt x="266223" y="328993"/>
                    </a:cubicBezTo>
                    <a:cubicBezTo>
                      <a:pt x="266223" y="188976"/>
                      <a:pt x="341947" y="66675"/>
                      <a:pt x="454628" y="762"/>
                    </a:cubicBezTo>
                    <a:cubicBezTo>
                      <a:pt x="515683" y="-2286"/>
                      <a:pt x="577024" y="3429"/>
                      <a:pt x="633984" y="24860"/>
                    </a:cubicBezTo>
                    <a:cubicBezTo>
                      <a:pt x="707803" y="52768"/>
                      <a:pt x="773239" y="110109"/>
                      <a:pt x="797052" y="185261"/>
                    </a:cubicBezTo>
                    <a:cubicBezTo>
                      <a:pt x="820864" y="260509"/>
                      <a:pt x="795433" y="352425"/>
                      <a:pt x="728472" y="394144"/>
                    </a:cubicBezTo>
                    <a:cubicBezTo>
                      <a:pt x="769334" y="388430"/>
                      <a:pt x="808863" y="395002"/>
                      <a:pt x="844010" y="416433"/>
                    </a:cubicBezTo>
                    <a:cubicBezTo>
                      <a:pt x="879157" y="437864"/>
                      <a:pt x="902970" y="481298"/>
                      <a:pt x="892302" y="521113"/>
                    </a:cubicBezTo>
                    <a:cubicBezTo>
                      <a:pt x="885730" y="545782"/>
                      <a:pt x="867156" y="565975"/>
                      <a:pt x="845629" y="579787"/>
                    </a:cubicBezTo>
                    <a:cubicBezTo>
                      <a:pt x="824769" y="593217"/>
                      <a:pt x="801148" y="601408"/>
                      <a:pt x="777621" y="609314"/>
                    </a:cubicBezTo>
                    <a:cubicBezTo>
                      <a:pt x="788479" y="605790"/>
                      <a:pt x="793623" y="605790"/>
                      <a:pt x="805910" y="605314"/>
                    </a:cubicBezTo>
                    <a:cubicBezTo>
                      <a:pt x="819055" y="604742"/>
                      <a:pt x="832961" y="608457"/>
                      <a:pt x="842010" y="618077"/>
                    </a:cubicBezTo>
                    <a:cubicBezTo>
                      <a:pt x="851059" y="627698"/>
                      <a:pt x="853440" y="643890"/>
                      <a:pt x="845153" y="654082"/>
                    </a:cubicBezTo>
                    <a:cubicBezTo>
                      <a:pt x="859727" y="639699"/>
                      <a:pt x="881919" y="651510"/>
                      <a:pt x="897541" y="664845"/>
                    </a:cubicBezTo>
                    <a:cubicBezTo>
                      <a:pt x="910971" y="676180"/>
                      <a:pt x="919067" y="691991"/>
                      <a:pt x="922591" y="70913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0" name="Google Shape;770;p28"/>
            <p:cNvGrpSpPr/>
            <p:nvPr/>
          </p:nvGrpSpPr>
          <p:grpSpPr>
            <a:xfrm>
              <a:off x="8276803" y="1327941"/>
              <a:ext cx="387944" cy="273258"/>
              <a:chOff x="7716678" y="3270218"/>
              <a:chExt cx="352805" cy="248507"/>
            </a:xfrm>
          </p:grpSpPr>
          <p:sp>
            <p:nvSpPr>
              <p:cNvPr id="771" name="Google Shape;771;p28"/>
              <p:cNvSpPr/>
              <p:nvPr/>
            </p:nvSpPr>
            <p:spPr>
              <a:xfrm>
                <a:off x="7716678" y="3270218"/>
                <a:ext cx="352805" cy="248507"/>
              </a:xfrm>
              <a:custGeom>
                <a:avLst/>
                <a:gdLst/>
                <a:ahLst/>
                <a:cxnLst/>
                <a:rect l="l" t="t" r="r" b="b"/>
                <a:pathLst>
                  <a:path w="352805" h="248507" extrusionOk="0">
                    <a:moveTo>
                      <a:pt x="261938" y="0"/>
                    </a:moveTo>
                    <a:lnTo>
                      <a:pt x="90868" y="0"/>
                    </a:lnTo>
                    <a:cubicBezTo>
                      <a:pt x="40862" y="0"/>
                      <a:pt x="0" y="40862"/>
                      <a:pt x="0" y="90869"/>
                    </a:cubicBezTo>
                    <a:cubicBezTo>
                      <a:pt x="0" y="140875"/>
                      <a:pt x="38100" y="178879"/>
                      <a:pt x="85725" y="181642"/>
                    </a:cubicBezTo>
                    <a:lnTo>
                      <a:pt x="29527" y="248508"/>
                    </a:lnTo>
                    <a:lnTo>
                      <a:pt x="135445" y="181833"/>
                    </a:lnTo>
                    <a:lnTo>
                      <a:pt x="261938" y="181833"/>
                    </a:lnTo>
                    <a:cubicBezTo>
                      <a:pt x="311944" y="181833"/>
                      <a:pt x="352806" y="140970"/>
                      <a:pt x="352806" y="90964"/>
                    </a:cubicBezTo>
                    <a:cubicBezTo>
                      <a:pt x="352806" y="40958"/>
                      <a:pt x="311944" y="95"/>
                      <a:pt x="261938" y="9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28"/>
              <p:cNvSpPr/>
              <p:nvPr/>
            </p:nvSpPr>
            <p:spPr>
              <a:xfrm>
                <a:off x="7783353" y="3331749"/>
                <a:ext cx="219455" cy="59054"/>
              </a:xfrm>
              <a:custGeom>
                <a:avLst/>
                <a:gdLst/>
                <a:ahLst/>
                <a:cxnLst/>
                <a:rect l="l" t="t" r="r" b="b"/>
                <a:pathLst>
                  <a:path w="219455" h="59054" extrusionOk="0">
                    <a:moveTo>
                      <a:pt x="29527" y="0"/>
                    </a:moveTo>
                    <a:cubicBezTo>
                      <a:pt x="13239" y="0"/>
                      <a:pt x="0" y="13240"/>
                      <a:pt x="0" y="29528"/>
                    </a:cubicBezTo>
                    <a:cubicBezTo>
                      <a:pt x="0" y="45815"/>
                      <a:pt x="13239" y="59055"/>
                      <a:pt x="29527" y="59055"/>
                    </a:cubicBezTo>
                    <a:cubicBezTo>
                      <a:pt x="45815" y="59055"/>
                      <a:pt x="59055" y="45815"/>
                      <a:pt x="59055" y="29528"/>
                    </a:cubicBezTo>
                    <a:cubicBezTo>
                      <a:pt x="59055" y="13240"/>
                      <a:pt x="45815" y="0"/>
                      <a:pt x="29527" y="0"/>
                    </a:cubicBezTo>
                    <a:close/>
                    <a:moveTo>
                      <a:pt x="109728" y="0"/>
                    </a:moveTo>
                    <a:cubicBezTo>
                      <a:pt x="93440" y="0"/>
                      <a:pt x="80200" y="13240"/>
                      <a:pt x="80200" y="29528"/>
                    </a:cubicBezTo>
                    <a:cubicBezTo>
                      <a:pt x="80200" y="45815"/>
                      <a:pt x="93440" y="59055"/>
                      <a:pt x="109728" y="59055"/>
                    </a:cubicBezTo>
                    <a:cubicBezTo>
                      <a:pt x="126016" y="59055"/>
                      <a:pt x="139255" y="45815"/>
                      <a:pt x="139255" y="29528"/>
                    </a:cubicBezTo>
                    <a:cubicBezTo>
                      <a:pt x="139255" y="13240"/>
                      <a:pt x="126016" y="0"/>
                      <a:pt x="109728" y="0"/>
                    </a:cubicBezTo>
                    <a:close/>
                    <a:moveTo>
                      <a:pt x="189929" y="0"/>
                    </a:moveTo>
                    <a:cubicBezTo>
                      <a:pt x="173641" y="0"/>
                      <a:pt x="160401" y="13240"/>
                      <a:pt x="160401" y="29528"/>
                    </a:cubicBezTo>
                    <a:cubicBezTo>
                      <a:pt x="160401" y="45815"/>
                      <a:pt x="173641" y="59055"/>
                      <a:pt x="189929" y="59055"/>
                    </a:cubicBezTo>
                    <a:cubicBezTo>
                      <a:pt x="206216" y="59055"/>
                      <a:pt x="219456" y="45815"/>
                      <a:pt x="219456" y="29528"/>
                    </a:cubicBezTo>
                    <a:cubicBezTo>
                      <a:pt x="219456" y="13240"/>
                      <a:pt x="206216" y="0"/>
                      <a:pt x="18992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73" name="Google Shape;773;p28"/>
            <p:cNvSpPr/>
            <p:nvPr/>
          </p:nvSpPr>
          <p:spPr>
            <a:xfrm>
              <a:off x="7148815" y="1542896"/>
              <a:ext cx="10501" cy="432759"/>
            </a:xfrm>
            <a:custGeom>
              <a:avLst/>
              <a:gdLst/>
              <a:ahLst/>
              <a:cxnLst/>
              <a:rect l="l" t="t" r="r" b="b"/>
              <a:pathLst>
                <a:path w="9525" h="392525" extrusionOk="0">
                  <a:moveTo>
                    <a:pt x="0" y="0"/>
                  </a:moveTo>
                  <a:lnTo>
                    <a:pt x="0" y="392525"/>
                  </a:lnTo>
                </a:path>
              </a:pathLst>
            </a:custGeom>
            <a:noFill/>
            <a:ln w="29900" cap="rnd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74" name="Google Shape;774;p28"/>
            <p:cNvGrpSpPr/>
            <p:nvPr/>
          </p:nvGrpSpPr>
          <p:grpSpPr>
            <a:xfrm>
              <a:off x="5483130" y="2415465"/>
              <a:ext cx="27232" cy="532378"/>
              <a:chOff x="3534917" y="4467129"/>
              <a:chExt cx="24765" cy="484156"/>
            </a:xfrm>
          </p:grpSpPr>
          <p:sp>
            <p:nvSpPr>
              <p:cNvPr id="775" name="Google Shape;775;p28"/>
              <p:cNvSpPr/>
              <p:nvPr/>
            </p:nvSpPr>
            <p:spPr>
              <a:xfrm>
                <a:off x="3547300" y="4478845"/>
                <a:ext cx="9525" cy="46072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0724" extrusionOk="0">
                    <a:moveTo>
                      <a:pt x="0" y="460724"/>
                    </a:moveTo>
                    <a:lnTo>
                      <a:pt x="0" y="0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28"/>
              <p:cNvSpPr/>
              <p:nvPr/>
            </p:nvSpPr>
            <p:spPr>
              <a:xfrm>
                <a:off x="3534917" y="4926520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2"/>
                    </a:moveTo>
                    <a:cubicBezTo>
                      <a:pt x="24765" y="19240"/>
                      <a:pt x="19241" y="24765"/>
                      <a:pt x="12383" y="24765"/>
                    </a:cubicBezTo>
                    <a:cubicBezTo>
                      <a:pt x="5525" y="24765"/>
                      <a:pt x="0" y="19240"/>
                      <a:pt x="0" y="12382"/>
                    </a:cubicBezTo>
                    <a:cubicBezTo>
                      <a:pt x="0" y="5524"/>
                      <a:pt x="5525" y="0"/>
                      <a:pt x="12383" y="0"/>
                    </a:cubicBezTo>
                    <a:cubicBezTo>
                      <a:pt x="19241" y="0"/>
                      <a:pt x="24765" y="5524"/>
                      <a:pt x="24765" y="12382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28"/>
              <p:cNvSpPr/>
              <p:nvPr/>
            </p:nvSpPr>
            <p:spPr>
              <a:xfrm>
                <a:off x="3534917" y="4467129"/>
                <a:ext cx="24765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5" extrusionOk="0">
                    <a:moveTo>
                      <a:pt x="24765" y="12383"/>
                    </a:moveTo>
                    <a:cubicBezTo>
                      <a:pt x="24765" y="5525"/>
                      <a:pt x="19241" y="0"/>
                      <a:pt x="12383" y="0"/>
                    </a:cubicBezTo>
                    <a:cubicBezTo>
                      <a:pt x="5525" y="0"/>
                      <a:pt x="0" y="5525"/>
                      <a:pt x="0" y="12383"/>
                    </a:cubicBezTo>
                    <a:cubicBezTo>
                      <a:pt x="0" y="19241"/>
                      <a:pt x="5525" y="24765"/>
                      <a:pt x="12383" y="24765"/>
                    </a:cubicBezTo>
                    <a:cubicBezTo>
                      <a:pt x="19241" y="24765"/>
                      <a:pt x="24765" y="19241"/>
                      <a:pt x="24765" y="12383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78" name="Google Shape;778;p28"/>
            <p:cNvGrpSpPr/>
            <p:nvPr/>
          </p:nvGrpSpPr>
          <p:grpSpPr>
            <a:xfrm>
              <a:off x="5643247" y="2277185"/>
              <a:ext cx="749418" cy="303868"/>
              <a:chOff x="3680531" y="4341375"/>
              <a:chExt cx="681537" cy="276344"/>
            </a:xfrm>
          </p:grpSpPr>
          <p:sp>
            <p:nvSpPr>
              <p:cNvPr id="779" name="Google Shape;779;p28"/>
              <p:cNvSpPr/>
              <p:nvPr/>
            </p:nvSpPr>
            <p:spPr>
              <a:xfrm>
                <a:off x="3692461" y="4353401"/>
                <a:ext cx="657796" cy="251936"/>
              </a:xfrm>
              <a:custGeom>
                <a:avLst/>
                <a:gdLst/>
                <a:ahLst/>
                <a:cxnLst/>
                <a:rect l="l" t="t" r="r" b="b"/>
                <a:pathLst>
                  <a:path w="657796" h="251936" extrusionOk="0">
                    <a:moveTo>
                      <a:pt x="0" y="0"/>
                    </a:moveTo>
                    <a:lnTo>
                      <a:pt x="217075" y="217075"/>
                    </a:lnTo>
                    <a:cubicBezTo>
                      <a:pt x="239363" y="239363"/>
                      <a:pt x="269653" y="251936"/>
                      <a:pt x="301180" y="251936"/>
                    </a:cubicBezTo>
                    <a:lnTo>
                      <a:pt x="657797" y="251936"/>
                    </a:lnTo>
                  </a:path>
                </a:pathLst>
              </a:custGeom>
              <a:noFill/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28"/>
              <p:cNvSpPr/>
              <p:nvPr/>
            </p:nvSpPr>
            <p:spPr>
              <a:xfrm>
                <a:off x="3680531" y="4341375"/>
                <a:ext cx="24812" cy="24812"/>
              </a:xfrm>
              <a:custGeom>
                <a:avLst/>
                <a:gdLst/>
                <a:ahLst/>
                <a:cxnLst/>
                <a:rect l="l" t="t" r="r" b="b"/>
                <a:pathLst>
                  <a:path w="24812" h="24812" extrusionOk="0">
                    <a:moveTo>
                      <a:pt x="3643" y="21169"/>
                    </a:moveTo>
                    <a:cubicBezTo>
                      <a:pt x="-1214" y="16312"/>
                      <a:pt x="-1214" y="8501"/>
                      <a:pt x="3643" y="3643"/>
                    </a:cubicBezTo>
                    <a:cubicBezTo>
                      <a:pt x="8501" y="-1214"/>
                      <a:pt x="16312" y="-1214"/>
                      <a:pt x="21169" y="3643"/>
                    </a:cubicBezTo>
                    <a:cubicBezTo>
                      <a:pt x="26027" y="8501"/>
                      <a:pt x="26027" y="16312"/>
                      <a:pt x="21169" y="21169"/>
                    </a:cubicBezTo>
                    <a:cubicBezTo>
                      <a:pt x="16312" y="26027"/>
                      <a:pt x="8501" y="26027"/>
                      <a:pt x="3643" y="21169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28"/>
              <p:cNvSpPr/>
              <p:nvPr/>
            </p:nvSpPr>
            <p:spPr>
              <a:xfrm>
                <a:off x="4337303" y="4592955"/>
                <a:ext cx="24765" cy="24764"/>
              </a:xfrm>
              <a:custGeom>
                <a:avLst/>
                <a:gdLst/>
                <a:ahLst/>
                <a:cxnLst/>
                <a:rect l="l" t="t" r="r" b="b"/>
                <a:pathLst>
                  <a:path w="24765" h="24764" extrusionOk="0">
                    <a:moveTo>
                      <a:pt x="12383" y="24765"/>
                    </a:moveTo>
                    <a:cubicBezTo>
                      <a:pt x="19241" y="24765"/>
                      <a:pt x="24765" y="19240"/>
                      <a:pt x="24765" y="12382"/>
                    </a:cubicBezTo>
                    <a:cubicBezTo>
                      <a:pt x="24765" y="5524"/>
                      <a:pt x="19241" y="0"/>
                      <a:pt x="12383" y="0"/>
                    </a:cubicBezTo>
                    <a:cubicBezTo>
                      <a:pt x="5525" y="0"/>
                      <a:pt x="0" y="5524"/>
                      <a:pt x="0" y="12382"/>
                    </a:cubicBezTo>
                    <a:cubicBezTo>
                      <a:pt x="0" y="19240"/>
                      <a:pt x="5525" y="24765"/>
                      <a:pt x="12383" y="24765"/>
                    </a:cubicBezTo>
                    <a:close/>
                  </a:path>
                </a:pathLst>
              </a:custGeom>
              <a:solidFill>
                <a:srgbClr val="6F7082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28"/>
            <p:cNvGrpSpPr/>
            <p:nvPr/>
          </p:nvGrpSpPr>
          <p:grpSpPr>
            <a:xfrm>
              <a:off x="8163164" y="4027994"/>
              <a:ext cx="202142" cy="355685"/>
              <a:chOff x="7613332" y="5933598"/>
              <a:chExt cx="183832" cy="323468"/>
            </a:xfrm>
          </p:grpSpPr>
          <p:sp>
            <p:nvSpPr>
              <p:cNvPr id="783" name="Google Shape;783;p28"/>
              <p:cNvSpPr/>
              <p:nvPr/>
            </p:nvSpPr>
            <p:spPr>
              <a:xfrm>
                <a:off x="7613332" y="5933598"/>
                <a:ext cx="183832" cy="323468"/>
              </a:xfrm>
              <a:custGeom>
                <a:avLst/>
                <a:gdLst/>
                <a:ahLst/>
                <a:cxnLst/>
                <a:rect l="l" t="t" r="r" b="b"/>
                <a:pathLst>
                  <a:path w="183832" h="323468" extrusionOk="0">
                    <a:moveTo>
                      <a:pt x="91916" y="323469"/>
                    </a:moveTo>
                    <a:lnTo>
                      <a:pt x="91916" y="323469"/>
                    </a:lnTo>
                    <a:cubicBezTo>
                      <a:pt x="41339" y="323469"/>
                      <a:pt x="0" y="282130"/>
                      <a:pt x="0" y="231553"/>
                    </a:cubicBezTo>
                    <a:lnTo>
                      <a:pt x="0" y="91916"/>
                    </a:lnTo>
                    <a:cubicBezTo>
                      <a:pt x="0" y="41338"/>
                      <a:pt x="41339" y="0"/>
                      <a:pt x="91916" y="0"/>
                    </a:cubicBezTo>
                    <a:lnTo>
                      <a:pt x="91916" y="0"/>
                    </a:lnTo>
                    <a:cubicBezTo>
                      <a:pt x="142494" y="0"/>
                      <a:pt x="183832" y="41338"/>
                      <a:pt x="183832" y="91916"/>
                    </a:cubicBezTo>
                    <a:lnTo>
                      <a:pt x="183832" y="231553"/>
                    </a:lnTo>
                    <a:cubicBezTo>
                      <a:pt x="183832" y="282130"/>
                      <a:pt x="142494" y="323469"/>
                      <a:pt x="91916" y="32346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28"/>
              <p:cNvSpPr/>
              <p:nvPr/>
            </p:nvSpPr>
            <p:spPr>
              <a:xfrm>
                <a:off x="7699533" y="5961602"/>
                <a:ext cx="11430" cy="54101"/>
              </a:xfrm>
              <a:custGeom>
                <a:avLst/>
                <a:gdLst/>
                <a:ahLst/>
                <a:cxnLst/>
                <a:rect l="l" t="t" r="r" b="b"/>
                <a:pathLst>
                  <a:path w="11430" h="54101" extrusionOk="0">
                    <a:moveTo>
                      <a:pt x="5715" y="54102"/>
                    </a:moveTo>
                    <a:lnTo>
                      <a:pt x="5715" y="54102"/>
                    </a:lnTo>
                    <a:cubicBezTo>
                      <a:pt x="2572" y="54102"/>
                      <a:pt x="0" y="51530"/>
                      <a:pt x="0" y="48387"/>
                    </a:cubicBezTo>
                    <a:lnTo>
                      <a:pt x="0" y="5715"/>
                    </a:lnTo>
                    <a:cubicBezTo>
                      <a:pt x="0" y="2571"/>
                      <a:pt x="2572" y="0"/>
                      <a:pt x="5715" y="0"/>
                    </a:cubicBezTo>
                    <a:lnTo>
                      <a:pt x="5715" y="0"/>
                    </a:lnTo>
                    <a:cubicBezTo>
                      <a:pt x="8859" y="0"/>
                      <a:pt x="11430" y="2571"/>
                      <a:pt x="11430" y="5715"/>
                    </a:cubicBezTo>
                    <a:lnTo>
                      <a:pt x="11430" y="48387"/>
                    </a:lnTo>
                    <a:cubicBezTo>
                      <a:pt x="11430" y="51530"/>
                      <a:pt x="8859" y="54102"/>
                      <a:pt x="5715" y="54102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5" name="Google Shape;785;p28"/>
            <p:cNvGrpSpPr/>
            <p:nvPr/>
          </p:nvGrpSpPr>
          <p:grpSpPr>
            <a:xfrm>
              <a:off x="6427831" y="3923439"/>
              <a:ext cx="1533857" cy="564092"/>
              <a:chOff x="6546554" y="3679108"/>
              <a:chExt cx="1256642" cy="462143"/>
            </a:xfrm>
          </p:grpSpPr>
          <p:sp>
            <p:nvSpPr>
              <p:cNvPr id="786" name="Google Shape;786;p28"/>
              <p:cNvSpPr/>
              <p:nvPr/>
            </p:nvSpPr>
            <p:spPr>
              <a:xfrm>
                <a:off x="6546554" y="3679108"/>
                <a:ext cx="1256642" cy="462143"/>
              </a:xfrm>
              <a:custGeom>
                <a:avLst/>
                <a:gdLst/>
                <a:ahLst/>
                <a:cxnLst/>
                <a:rect l="l" t="t" r="r" b="b"/>
                <a:pathLst>
                  <a:path w="1396269" h="513492" extrusionOk="0">
                    <a:moveTo>
                      <a:pt x="1334738" y="0"/>
                    </a:moveTo>
                    <a:cubicBezTo>
                      <a:pt x="1368721" y="0"/>
                      <a:pt x="1396270" y="27548"/>
                      <a:pt x="1396270" y="61531"/>
                    </a:cubicBezTo>
                    <a:lnTo>
                      <a:pt x="1396270" y="451961"/>
                    </a:lnTo>
                    <a:cubicBezTo>
                      <a:pt x="1396270" y="485944"/>
                      <a:pt x="1368722" y="513493"/>
                      <a:pt x="1334738" y="513493"/>
                    </a:cubicBezTo>
                    <a:lnTo>
                      <a:pt x="61532" y="513493"/>
                    </a:lnTo>
                    <a:cubicBezTo>
                      <a:pt x="27549" y="513493"/>
                      <a:pt x="0" y="485944"/>
                      <a:pt x="0" y="451961"/>
                    </a:cubicBezTo>
                    <a:lnTo>
                      <a:pt x="0" y="61531"/>
                    </a:lnTo>
                    <a:cubicBezTo>
                      <a:pt x="0" y="27549"/>
                      <a:pt x="27548" y="0"/>
                      <a:pt x="615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28"/>
              <p:cNvSpPr/>
              <p:nvPr/>
            </p:nvSpPr>
            <p:spPr>
              <a:xfrm>
                <a:off x="6661108" y="3712144"/>
                <a:ext cx="69522" cy="69522"/>
              </a:xfrm>
              <a:custGeom>
                <a:avLst/>
                <a:gdLst/>
                <a:ahLst/>
                <a:cxnLst/>
                <a:rect l="l" t="t" r="r" b="b"/>
                <a:pathLst>
                  <a:path w="77247" h="77247" extrusionOk="0">
                    <a:moveTo>
                      <a:pt x="0" y="0"/>
                    </a:moveTo>
                    <a:lnTo>
                      <a:pt x="77248" y="0"/>
                    </a:lnTo>
                    <a:lnTo>
                      <a:pt x="77248" y="77248"/>
                    </a:lnTo>
                    <a:lnTo>
                      <a:pt x="0" y="7724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88" name="Google Shape;788;p28"/>
              <p:cNvGrpSpPr/>
              <p:nvPr/>
            </p:nvGrpSpPr>
            <p:grpSpPr>
              <a:xfrm>
                <a:off x="6805960" y="3712311"/>
                <a:ext cx="391811" cy="69592"/>
                <a:chOff x="6322885" y="5875210"/>
                <a:chExt cx="434911" cy="77247"/>
              </a:xfrm>
            </p:grpSpPr>
            <p:sp>
              <p:nvSpPr>
                <p:cNvPr id="789" name="Google Shape;789;p28"/>
                <p:cNvSpPr/>
                <p:nvPr/>
              </p:nvSpPr>
              <p:spPr>
                <a:xfrm>
                  <a:off x="632288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0" name="Google Shape;790;p28"/>
                <p:cNvSpPr/>
                <p:nvPr/>
              </p:nvSpPr>
              <p:spPr>
                <a:xfrm>
                  <a:off x="641232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1" name="Google Shape;791;p28"/>
                <p:cNvSpPr/>
                <p:nvPr/>
              </p:nvSpPr>
              <p:spPr>
                <a:xfrm>
                  <a:off x="6501765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2" name="Google Shape;792;p28"/>
                <p:cNvSpPr/>
                <p:nvPr/>
              </p:nvSpPr>
              <p:spPr>
                <a:xfrm>
                  <a:off x="659110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3" name="Google Shape;793;p28"/>
                <p:cNvSpPr/>
                <p:nvPr/>
              </p:nvSpPr>
              <p:spPr>
                <a:xfrm>
                  <a:off x="6680549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794" name="Google Shape;794;p28"/>
              <p:cNvGrpSpPr/>
              <p:nvPr/>
            </p:nvGrpSpPr>
            <p:grpSpPr>
              <a:xfrm>
                <a:off x="7285642" y="3712311"/>
                <a:ext cx="391897" cy="69592"/>
                <a:chOff x="6855333" y="5875210"/>
                <a:chExt cx="435006" cy="77247"/>
              </a:xfrm>
            </p:grpSpPr>
            <p:sp>
              <p:nvSpPr>
                <p:cNvPr id="795" name="Google Shape;795;p28"/>
                <p:cNvSpPr/>
                <p:nvPr/>
              </p:nvSpPr>
              <p:spPr>
                <a:xfrm>
                  <a:off x="6855333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6" name="Google Shape;796;p28"/>
                <p:cNvSpPr/>
                <p:nvPr/>
              </p:nvSpPr>
              <p:spPr>
                <a:xfrm>
                  <a:off x="694477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7" y="0"/>
                      </a:lnTo>
                      <a:lnTo>
                        <a:pt x="77247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7" name="Google Shape;797;p28"/>
                <p:cNvSpPr/>
                <p:nvPr/>
              </p:nvSpPr>
              <p:spPr>
                <a:xfrm>
                  <a:off x="703421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8" name="Google Shape;798;p28"/>
                <p:cNvSpPr/>
                <p:nvPr/>
              </p:nvSpPr>
              <p:spPr>
                <a:xfrm>
                  <a:off x="712365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799" name="Google Shape;799;p28"/>
                <p:cNvSpPr/>
                <p:nvPr/>
              </p:nvSpPr>
              <p:spPr>
                <a:xfrm>
                  <a:off x="7213092" y="5875210"/>
                  <a:ext cx="77247" cy="77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247" h="77247" extrusionOk="0">
                      <a:moveTo>
                        <a:pt x="0" y="0"/>
                      </a:moveTo>
                      <a:lnTo>
                        <a:pt x="77248" y="0"/>
                      </a:lnTo>
                      <a:lnTo>
                        <a:pt x="77248" y="77248"/>
                      </a:lnTo>
                      <a:lnTo>
                        <a:pt x="0" y="7724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0" name="Google Shape;800;p28"/>
              <p:cNvGrpSpPr/>
              <p:nvPr/>
            </p:nvGrpSpPr>
            <p:grpSpPr>
              <a:xfrm>
                <a:off x="6577103" y="3819746"/>
                <a:ext cx="1198690" cy="70794"/>
                <a:chOff x="6068853" y="5994463"/>
                <a:chExt cx="1330547" cy="78581"/>
              </a:xfrm>
            </p:grpSpPr>
            <p:sp>
              <p:nvSpPr>
                <p:cNvPr id="801" name="Google Shape;801;p28"/>
                <p:cNvSpPr/>
                <p:nvPr/>
              </p:nvSpPr>
              <p:spPr>
                <a:xfrm>
                  <a:off x="6068853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2" name="Google Shape;802;p28"/>
                <p:cNvSpPr/>
                <p:nvPr/>
              </p:nvSpPr>
              <p:spPr>
                <a:xfrm>
                  <a:off x="617315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3" name="Google Shape;803;p28"/>
                <p:cNvSpPr/>
                <p:nvPr/>
              </p:nvSpPr>
              <p:spPr>
                <a:xfrm>
                  <a:off x="6277451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4" name="Google Shape;804;p28"/>
                <p:cNvSpPr/>
                <p:nvPr/>
              </p:nvSpPr>
              <p:spPr>
                <a:xfrm>
                  <a:off x="638184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5" name="Google Shape;805;p28"/>
                <p:cNvSpPr/>
                <p:nvPr/>
              </p:nvSpPr>
              <p:spPr>
                <a:xfrm>
                  <a:off x="648614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6" name="Google Shape;806;p28"/>
                <p:cNvSpPr/>
                <p:nvPr/>
              </p:nvSpPr>
              <p:spPr>
                <a:xfrm>
                  <a:off x="6590442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28"/>
                <p:cNvSpPr/>
                <p:nvPr/>
              </p:nvSpPr>
              <p:spPr>
                <a:xfrm>
                  <a:off x="669483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8" name="Google Shape;808;p28"/>
                <p:cNvSpPr/>
                <p:nvPr/>
              </p:nvSpPr>
              <p:spPr>
                <a:xfrm>
                  <a:off x="679913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9" name="Google Shape;809;p28"/>
                <p:cNvSpPr/>
                <p:nvPr/>
              </p:nvSpPr>
              <p:spPr>
                <a:xfrm>
                  <a:off x="6903434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0" name="Google Shape;810;p28"/>
                <p:cNvSpPr/>
                <p:nvPr/>
              </p:nvSpPr>
              <p:spPr>
                <a:xfrm>
                  <a:off x="7007828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1" name="Google Shape;811;p28"/>
                <p:cNvSpPr/>
                <p:nvPr/>
              </p:nvSpPr>
              <p:spPr>
                <a:xfrm>
                  <a:off x="7112126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2" name="Google Shape;812;p28"/>
                <p:cNvSpPr/>
                <p:nvPr/>
              </p:nvSpPr>
              <p:spPr>
                <a:xfrm>
                  <a:off x="7216425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3" name="Google Shape;813;p28"/>
                <p:cNvSpPr/>
                <p:nvPr/>
              </p:nvSpPr>
              <p:spPr>
                <a:xfrm>
                  <a:off x="7320819" y="5994463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2"/>
                      </a:lnTo>
                      <a:lnTo>
                        <a:pt x="0" y="78582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14" name="Google Shape;814;p28"/>
              <p:cNvGrpSpPr/>
              <p:nvPr/>
            </p:nvGrpSpPr>
            <p:grpSpPr>
              <a:xfrm>
                <a:off x="6577103" y="3995572"/>
                <a:ext cx="1198690" cy="70794"/>
                <a:chOff x="6068853" y="6189630"/>
                <a:chExt cx="1330547" cy="78581"/>
              </a:xfrm>
            </p:grpSpPr>
            <p:sp>
              <p:nvSpPr>
                <p:cNvPr id="815" name="Google Shape;815;p28"/>
                <p:cNvSpPr/>
                <p:nvPr/>
              </p:nvSpPr>
              <p:spPr>
                <a:xfrm>
                  <a:off x="6068853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6" name="Google Shape;816;p28"/>
                <p:cNvSpPr/>
                <p:nvPr/>
              </p:nvSpPr>
              <p:spPr>
                <a:xfrm>
                  <a:off x="6173152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7" name="Google Shape;817;p28"/>
                <p:cNvSpPr/>
                <p:nvPr/>
              </p:nvSpPr>
              <p:spPr>
                <a:xfrm>
                  <a:off x="6277451" y="6189630"/>
                  <a:ext cx="497300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7300" h="78581" extrusionOk="0">
                      <a:moveTo>
                        <a:pt x="0" y="0"/>
                      </a:moveTo>
                      <a:lnTo>
                        <a:pt x="497300" y="0"/>
                      </a:lnTo>
                      <a:lnTo>
                        <a:pt x="497300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8" name="Google Shape;818;p28"/>
                <p:cNvSpPr/>
                <p:nvPr/>
              </p:nvSpPr>
              <p:spPr>
                <a:xfrm>
                  <a:off x="679913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19" name="Google Shape;819;p28"/>
                <p:cNvSpPr/>
                <p:nvPr/>
              </p:nvSpPr>
              <p:spPr>
                <a:xfrm>
                  <a:off x="6903434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0" name="Google Shape;820;p28"/>
                <p:cNvSpPr/>
                <p:nvPr/>
              </p:nvSpPr>
              <p:spPr>
                <a:xfrm>
                  <a:off x="7007828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1" name="Google Shape;821;p28"/>
                <p:cNvSpPr/>
                <p:nvPr/>
              </p:nvSpPr>
              <p:spPr>
                <a:xfrm>
                  <a:off x="7112126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2" name="Google Shape;822;p28"/>
                <p:cNvSpPr/>
                <p:nvPr/>
              </p:nvSpPr>
              <p:spPr>
                <a:xfrm>
                  <a:off x="7216425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3" name="Google Shape;823;p28"/>
                <p:cNvSpPr/>
                <p:nvPr/>
              </p:nvSpPr>
              <p:spPr>
                <a:xfrm>
                  <a:off x="7320819" y="6189630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2" y="0"/>
                      </a:lnTo>
                      <a:lnTo>
                        <a:pt x="78582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24" name="Google Shape;824;p28"/>
              <p:cNvGrpSpPr/>
              <p:nvPr/>
            </p:nvGrpSpPr>
            <p:grpSpPr>
              <a:xfrm>
                <a:off x="6622239" y="3908904"/>
                <a:ext cx="1104727" cy="70794"/>
                <a:chOff x="6118955" y="6093428"/>
                <a:chExt cx="1226248" cy="78581"/>
              </a:xfrm>
            </p:grpSpPr>
            <p:sp>
              <p:nvSpPr>
                <p:cNvPr id="825" name="Google Shape;825;p28"/>
                <p:cNvSpPr/>
                <p:nvPr/>
              </p:nvSpPr>
              <p:spPr>
                <a:xfrm>
                  <a:off x="611895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6" name="Google Shape;826;p28"/>
                <p:cNvSpPr/>
                <p:nvPr/>
              </p:nvSpPr>
              <p:spPr>
                <a:xfrm>
                  <a:off x="6223254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7" name="Google Shape;827;p28"/>
                <p:cNvSpPr/>
                <p:nvPr/>
              </p:nvSpPr>
              <p:spPr>
                <a:xfrm>
                  <a:off x="632764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8" name="Google Shape;828;p28"/>
                <p:cNvSpPr/>
                <p:nvPr/>
              </p:nvSpPr>
              <p:spPr>
                <a:xfrm>
                  <a:off x="6431946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29" name="Google Shape;829;p28"/>
                <p:cNvSpPr/>
                <p:nvPr/>
              </p:nvSpPr>
              <p:spPr>
                <a:xfrm>
                  <a:off x="6536245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0" name="Google Shape;830;p28"/>
                <p:cNvSpPr/>
                <p:nvPr/>
              </p:nvSpPr>
              <p:spPr>
                <a:xfrm>
                  <a:off x="664063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1" name="Google Shape;831;p28"/>
                <p:cNvSpPr/>
                <p:nvPr/>
              </p:nvSpPr>
              <p:spPr>
                <a:xfrm>
                  <a:off x="674493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2" name="Google Shape;832;p28"/>
                <p:cNvSpPr/>
                <p:nvPr/>
              </p:nvSpPr>
              <p:spPr>
                <a:xfrm>
                  <a:off x="6849237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3" name="Google Shape;833;p28"/>
                <p:cNvSpPr/>
                <p:nvPr/>
              </p:nvSpPr>
              <p:spPr>
                <a:xfrm>
                  <a:off x="6953631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4" name="Google Shape;834;p28"/>
                <p:cNvSpPr/>
                <p:nvPr/>
              </p:nvSpPr>
              <p:spPr>
                <a:xfrm>
                  <a:off x="7057929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5" name="Google Shape;835;p28"/>
                <p:cNvSpPr/>
                <p:nvPr/>
              </p:nvSpPr>
              <p:spPr>
                <a:xfrm>
                  <a:off x="7162228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36" name="Google Shape;836;p28"/>
                <p:cNvSpPr/>
                <p:nvPr/>
              </p:nvSpPr>
              <p:spPr>
                <a:xfrm>
                  <a:off x="7266622" y="6093428"/>
                  <a:ext cx="78581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8581" extrusionOk="0">
                      <a:moveTo>
                        <a:pt x="0" y="0"/>
                      </a:moveTo>
                      <a:lnTo>
                        <a:pt x="78581" y="0"/>
                      </a:lnTo>
                      <a:lnTo>
                        <a:pt x="78581" y="78581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37" name="Google Shape;837;p28"/>
              <p:cNvSpPr/>
              <p:nvPr/>
            </p:nvSpPr>
            <p:spPr>
              <a:xfrm>
                <a:off x="7740658" y="3711543"/>
                <a:ext cx="33604" cy="33604"/>
              </a:xfrm>
              <a:custGeom>
                <a:avLst/>
                <a:gdLst/>
                <a:ahLst/>
                <a:cxnLst/>
                <a:rect l="l" t="t" r="r" b="b"/>
                <a:pathLst>
                  <a:path w="37338" h="37338" extrusionOk="0">
                    <a:moveTo>
                      <a:pt x="37338" y="18669"/>
                    </a:moveTo>
                    <a:cubicBezTo>
                      <a:pt x="37338" y="28980"/>
                      <a:pt x="28980" y="37338"/>
                      <a:pt x="18669" y="37338"/>
                    </a:cubicBezTo>
                    <a:cubicBezTo>
                      <a:pt x="8358" y="37338"/>
                      <a:pt x="0" y="28980"/>
                      <a:pt x="0" y="18669"/>
                    </a:cubicBezTo>
                    <a:cubicBezTo>
                      <a:pt x="0" y="8359"/>
                      <a:pt x="8358" y="0"/>
                      <a:pt x="18669" y="0"/>
                    </a:cubicBezTo>
                    <a:cubicBezTo>
                      <a:pt x="28979" y="0"/>
                      <a:pt x="37338" y="8358"/>
                      <a:pt x="37338" y="18669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8" name="Google Shape;838;p28"/>
            <p:cNvGrpSpPr/>
            <p:nvPr/>
          </p:nvGrpSpPr>
          <p:grpSpPr>
            <a:xfrm>
              <a:off x="6367914" y="2012818"/>
              <a:ext cx="1448168" cy="1250722"/>
              <a:chOff x="6497466" y="2113795"/>
              <a:chExt cx="1186439" cy="1024678"/>
            </a:xfrm>
          </p:grpSpPr>
          <p:sp>
            <p:nvSpPr>
              <p:cNvPr id="839" name="Google Shape;839;p28"/>
              <p:cNvSpPr/>
              <p:nvPr/>
            </p:nvSpPr>
            <p:spPr>
              <a:xfrm>
                <a:off x="6497466" y="2113795"/>
                <a:ext cx="1186433" cy="1024678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1915286" extrusionOk="0">
                    <a:moveTo>
                      <a:pt x="1266444" y="0"/>
                    </a:moveTo>
                    <a:cubicBezTo>
                      <a:pt x="1295061" y="0"/>
                      <a:pt x="1318260" y="23199"/>
                      <a:pt x="1318260" y="51816"/>
                    </a:cubicBezTo>
                    <a:lnTo>
                      <a:pt x="1318260" y="1863471"/>
                    </a:lnTo>
                    <a:cubicBezTo>
                      <a:pt x="1318260" y="1892089"/>
                      <a:pt x="1295061" y="1915287"/>
                      <a:pt x="1266444" y="1915287"/>
                    </a:cubicBezTo>
                    <a:lnTo>
                      <a:pt x="51816" y="1915287"/>
                    </a:lnTo>
                    <a:cubicBezTo>
                      <a:pt x="23198" y="1915287"/>
                      <a:pt x="0" y="1892089"/>
                      <a:pt x="0" y="1863471"/>
                    </a:cubicBezTo>
                    <a:lnTo>
                      <a:pt x="0" y="51816"/>
                    </a:lnTo>
                    <a:cubicBezTo>
                      <a:pt x="0" y="23199"/>
                      <a:pt x="23198" y="0"/>
                      <a:pt x="5181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0" name="Google Shape;840;p28"/>
              <p:cNvSpPr/>
              <p:nvPr/>
            </p:nvSpPr>
            <p:spPr>
              <a:xfrm>
                <a:off x="6497472" y="2113798"/>
                <a:ext cx="1186433" cy="84696"/>
              </a:xfrm>
              <a:custGeom>
                <a:avLst/>
                <a:gdLst/>
                <a:ahLst/>
                <a:cxnLst/>
                <a:rect l="l" t="t" r="r" b="b"/>
                <a:pathLst>
                  <a:path w="1318259" h="94107" extrusionOk="0">
                    <a:moveTo>
                      <a:pt x="1318260" y="51816"/>
                    </a:moveTo>
                    <a:lnTo>
                      <a:pt x="1318260" y="94107"/>
                    </a:lnTo>
                    <a:lnTo>
                      <a:pt x="0" y="94107"/>
                    </a:lnTo>
                    <a:lnTo>
                      <a:pt x="0" y="51816"/>
                    </a:lnTo>
                    <a:cubicBezTo>
                      <a:pt x="0" y="23241"/>
                      <a:pt x="23241" y="0"/>
                      <a:pt x="51816" y="0"/>
                    </a:cubicBezTo>
                    <a:lnTo>
                      <a:pt x="1266444" y="0"/>
                    </a:lnTo>
                    <a:cubicBezTo>
                      <a:pt x="1295019" y="0"/>
                      <a:pt x="1318260" y="23241"/>
                      <a:pt x="1318260" y="51816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41" name="Google Shape;841;p28"/>
              <p:cNvGrpSpPr/>
              <p:nvPr/>
            </p:nvGrpSpPr>
            <p:grpSpPr>
              <a:xfrm>
                <a:off x="7512268" y="2145579"/>
                <a:ext cx="126741" cy="28145"/>
                <a:chOff x="7106888" y="4136136"/>
                <a:chExt cx="140683" cy="31241"/>
              </a:xfrm>
            </p:grpSpPr>
            <p:sp>
              <p:nvSpPr>
                <p:cNvPr id="842" name="Google Shape;842;p28"/>
                <p:cNvSpPr/>
                <p:nvPr/>
              </p:nvSpPr>
              <p:spPr>
                <a:xfrm>
                  <a:off x="7216330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3" name="Google Shape;843;p28"/>
                <p:cNvSpPr/>
                <p:nvPr/>
              </p:nvSpPr>
              <p:spPr>
                <a:xfrm>
                  <a:off x="7161561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4" y="31242"/>
                        <a:pt x="0" y="24248"/>
                        <a:pt x="0" y="15621"/>
                      </a:cubicBezTo>
                      <a:cubicBezTo>
                        <a:pt x="0" y="6994"/>
                        <a:pt x="6994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44" name="Google Shape;844;p28"/>
                <p:cNvSpPr/>
                <p:nvPr/>
              </p:nvSpPr>
              <p:spPr>
                <a:xfrm>
                  <a:off x="7106888" y="4136136"/>
                  <a:ext cx="31241" cy="3124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241" h="31241" extrusionOk="0">
                      <a:moveTo>
                        <a:pt x="31242" y="15621"/>
                      </a:moveTo>
                      <a:cubicBezTo>
                        <a:pt x="31242" y="24248"/>
                        <a:pt x="24248" y="31242"/>
                        <a:pt x="15621" y="31242"/>
                      </a:cubicBezTo>
                      <a:cubicBezTo>
                        <a:pt x="6993" y="31242"/>
                        <a:pt x="-1" y="24248"/>
                        <a:pt x="-1" y="15621"/>
                      </a:cubicBezTo>
                      <a:cubicBezTo>
                        <a:pt x="-1" y="6994"/>
                        <a:pt x="6993" y="0"/>
                        <a:pt x="15621" y="0"/>
                      </a:cubicBezTo>
                      <a:cubicBezTo>
                        <a:pt x="24248" y="0"/>
                        <a:pt x="31242" y="6994"/>
                        <a:pt x="31242" y="15621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45" name="Google Shape;845;p28"/>
              <p:cNvSpPr/>
              <p:nvPr/>
            </p:nvSpPr>
            <p:spPr>
              <a:xfrm>
                <a:off x="6515578" y="2215995"/>
                <a:ext cx="1150258" cy="460514"/>
              </a:xfrm>
              <a:custGeom>
                <a:avLst/>
                <a:gdLst/>
                <a:ahLst/>
                <a:cxnLst/>
                <a:rect l="l" t="t" r="r" b="b"/>
                <a:pathLst>
                  <a:path w="1278064" h="511682" extrusionOk="0">
                    <a:moveTo>
                      <a:pt x="0" y="0"/>
                    </a:moveTo>
                    <a:lnTo>
                      <a:pt x="1278064" y="0"/>
                    </a:lnTo>
                    <a:lnTo>
                      <a:pt x="1278064" y="511683"/>
                    </a:lnTo>
                    <a:lnTo>
                      <a:pt x="0" y="5116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6" name="Google Shape;846;p28"/>
              <p:cNvSpPr/>
              <p:nvPr/>
            </p:nvSpPr>
            <p:spPr>
              <a:xfrm>
                <a:off x="6548699" y="2724580"/>
                <a:ext cx="316840" cy="275091"/>
              </a:xfrm>
              <a:custGeom>
                <a:avLst/>
                <a:gdLst/>
                <a:ahLst/>
                <a:cxnLst/>
                <a:rect l="l" t="t" r="r" b="b"/>
                <a:pathLst>
                  <a:path w="352044" h="305657" extrusionOk="0">
                    <a:moveTo>
                      <a:pt x="0" y="0"/>
                    </a:moveTo>
                    <a:lnTo>
                      <a:pt x="352044" y="0"/>
                    </a:lnTo>
                    <a:lnTo>
                      <a:pt x="352044" y="305657"/>
                    </a:lnTo>
                    <a:lnTo>
                      <a:pt x="0" y="305657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7" name="Google Shape;847;p28"/>
              <p:cNvSpPr/>
              <p:nvPr/>
            </p:nvSpPr>
            <p:spPr>
              <a:xfrm>
                <a:off x="6896308" y="2724580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8" name="Google Shape;848;p28"/>
              <p:cNvSpPr/>
              <p:nvPr/>
            </p:nvSpPr>
            <p:spPr>
              <a:xfrm>
                <a:off x="6896308" y="2775721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9" name="Google Shape;849;p28"/>
              <p:cNvSpPr/>
              <p:nvPr/>
            </p:nvSpPr>
            <p:spPr>
              <a:xfrm>
                <a:off x="6896308" y="2826777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0" name="Google Shape;850;p28"/>
              <p:cNvSpPr/>
              <p:nvPr/>
            </p:nvSpPr>
            <p:spPr>
              <a:xfrm>
                <a:off x="6896308" y="2877919"/>
                <a:ext cx="741778" cy="20916"/>
              </a:xfrm>
              <a:custGeom>
                <a:avLst/>
                <a:gdLst/>
                <a:ahLst/>
                <a:cxnLst/>
                <a:rect l="l" t="t" r="r" b="b"/>
                <a:pathLst>
                  <a:path w="824198" h="23240" extrusionOk="0">
                    <a:moveTo>
                      <a:pt x="0" y="0"/>
                    </a:moveTo>
                    <a:lnTo>
                      <a:pt x="824199" y="0"/>
                    </a:lnTo>
                    <a:lnTo>
                      <a:pt x="824199" y="23241"/>
                    </a:lnTo>
                    <a:lnTo>
                      <a:pt x="0" y="2324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51" name="Google Shape;851;p28"/>
              <p:cNvGrpSpPr/>
              <p:nvPr/>
            </p:nvGrpSpPr>
            <p:grpSpPr>
              <a:xfrm>
                <a:off x="7422424" y="2953744"/>
                <a:ext cx="216586" cy="46337"/>
                <a:chOff x="7007161" y="5033200"/>
                <a:chExt cx="240411" cy="51434"/>
              </a:xfrm>
            </p:grpSpPr>
            <p:sp>
              <p:nvSpPr>
                <p:cNvPr id="852" name="Google Shape;852;p28"/>
                <p:cNvSpPr/>
                <p:nvPr/>
              </p:nvSpPr>
              <p:spPr>
                <a:xfrm>
                  <a:off x="7007161" y="5033200"/>
                  <a:ext cx="240411" cy="514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0411" h="51434" extrusionOk="0">
                      <a:moveTo>
                        <a:pt x="214694" y="51435"/>
                      </a:moveTo>
                      <a:lnTo>
                        <a:pt x="25718" y="51435"/>
                      </a:lnTo>
                      <a:cubicBezTo>
                        <a:pt x="11525" y="51435"/>
                        <a:pt x="0" y="39814"/>
                        <a:pt x="0" y="25717"/>
                      </a:cubicBezTo>
                      <a:lnTo>
                        <a:pt x="0" y="25717"/>
                      </a:lnTo>
                      <a:cubicBezTo>
                        <a:pt x="0" y="11525"/>
                        <a:pt x="11621" y="0"/>
                        <a:pt x="25718" y="0"/>
                      </a:cubicBezTo>
                      <a:lnTo>
                        <a:pt x="214694" y="0"/>
                      </a:lnTo>
                      <a:cubicBezTo>
                        <a:pt x="228886" y="0"/>
                        <a:pt x="240411" y="11621"/>
                        <a:pt x="240411" y="25717"/>
                      </a:cubicBezTo>
                      <a:lnTo>
                        <a:pt x="240411" y="25717"/>
                      </a:lnTo>
                      <a:cubicBezTo>
                        <a:pt x="240411" y="39909"/>
                        <a:pt x="228791" y="51435"/>
                        <a:pt x="214694" y="51435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3" name="Google Shape;853;p28"/>
                <p:cNvSpPr/>
                <p:nvPr/>
              </p:nvSpPr>
              <p:spPr>
                <a:xfrm>
                  <a:off x="7073264" y="5047202"/>
                  <a:ext cx="108204" cy="23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04" h="23240" extrusionOk="0">
                      <a:moveTo>
                        <a:pt x="96584" y="23241"/>
                      </a:moveTo>
                      <a:lnTo>
                        <a:pt x="11621" y="23241"/>
                      </a:lnTo>
                      <a:cubicBezTo>
                        <a:pt x="5239" y="23241"/>
                        <a:pt x="0" y="18002"/>
                        <a:pt x="0" y="11620"/>
                      </a:cubicBezTo>
                      <a:lnTo>
                        <a:pt x="0" y="11620"/>
                      </a:lnTo>
                      <a:cubicBezTo>
                        <a:pt x="0" y="5239"/>
                        <a:pt x="5239" y="0"/>
                        <a:pt x="11621" y="0"/>
                      </a:cubicBezTo>
                      <a:lnTo>
                        <a:pt x="96584" y="0"/>
                      </a:lnTo>
                      <a:cubicBezTo>
                        <a:pt x="102965" y="0"/>
                        <a:pt x="108204" y="5239"/>
                        <a:pt x="108204" y="11620"/>
                      </a:cubicBezTo>
                      <a:lnTo>
                        <a:pt x="108204" y="11620"/>
                      </a:lnTo>
                      <a:cubicBezTo>
                        <a:pt x="108204" y="18002"/>
                        <a:pt x="102965" y="23241"/>
                        <a:pt x="96584" y="2324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4" name="Google Shape;854;p28"/>
              <p:cNvGrpSpPr/>
              <p:nvPr/>
            </p:nvGrpSpPr>
            <p:grpSpPr>
              <a:xfrm>
                <a:off x="6548871" y="2408331"/>
                <a:ext cx="1090139" cy="89414"/>
                <a:chOff x="6037516" y="4427791"/>
                <a:chExt cx="1210056" cy="99250"/>
              </a:xfrm>
            </p:grpSpPr>
            <p:sp>
              <p:nvSpPr>
                <p:cNvPr id="855" name="Google Shape;855;p28"/>
                <p:cNvSpPr/>
                <p:nvPr/>
              </p:nvSpPr>
              <p:spPr>
                <a:xfrm>
                  <a:off x="6037516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49625"/>
                      </a:moveTo>
                      <a:lnTo>
                        <a:pt x="49625" y="99251"/>
                      </a:lnTo>
                      <a:lnTo>
                        <a:pt x="49625" y="0"/>
                      </a:lnTo>
                      <a:lnTo>
                        <a:pt x="0" y="49625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6" name="Google Shape;856;p28"/>
                <p:cNvSpPr/>
                <p:nvPr/>
              </p:nvSpPr>
              <p:spPr>
                <a:xfrm>
                  <a:off x="7197947" y="4427791"/>
                  <a:ext cx="49625" cy="99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625" h="99250" extrusionOk="0">
                      <a:moveTo>
                        <a:pt x="0" y="0"/>
                      </a:moveTo>
                      <a:lnTo>
                        <a:pt x="0" y="99251"/>
                      </a:lnTo>
                      <a:lnTo>
                        <a:pt x="49625" y="496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57" name="Google Shape;857;p28"/>
              <p:cNvGrpSpPr/>
              <p:nvPr/>
            </p:nvGrpSpPr>
            <p:grpSpPr>
              <a:xfrm>
                <a:off x="7012935" y="2651519"/>
                <a:ext cx="157033" cy="16304"/>
                <a:chOff x="6552628" y="4697730"/>
                <a:chExt cx="174307" cy="18097"/>
              </a:xfrm>
            </p:grpSpPr>
            <p:sp>
              <p:nvSpPr>
                <p:cNvPr id="858" name="Google Shape;858;p28"/>
                <p:cNvSpPr/>
                <p:nvPr/>
              </p:nvSpPr>
              <p:spPr>
                <a:xfrm>
                  <a:off x="655262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8" y="4000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59" name="Google Shape;859;p28"/>
                <p:cNvSpPr/>
                <p:nvPr/>
              </p:nvSpPr>
              <p:spPr>
                <a:xfrm>
                  <a:off x="65916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0" name="Google Shape;860;p28"/>
                <p:cNvSpPr/>
                <p:nvPr/>
              </p:nvSpPr>
              <p:spPr>
                <a:xfrm>
                  <a:off x="6630733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9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9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1" name="Google Shape;861;p28"/>
                <p:cNvSpPr/>
                <p:nvPr/>
              </p:nvSpPr>
              <p:spPr>
                <a:xfrm>
                  <a:off x="6669881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8" y="9049"/>
                      </a:moveTo>
                      <a:cubicBezTo>
                        <a:pt x="18098" y="14046"/>
                        <a:pt x="14046" y="18098"/>
                        <a:pt x="9049" y="18098"/>
                      </a:cubicBezTo>
                      <a:cubicBezTo>
                        <a:pt x="4051" y="18098"/>
                        <a:pt x="0" y="14046"/>
                        <a:pt x="0" y="9049"/>
                      </a:cubicBezTo>
                      <a:cubicBezTo>
                        <a:pt x="0" y="4051"/>
                        <a:pt x="4051" y="0"/>
                        <a:pt x="9049" y="0"/>
                      </a:cubicBezTo>
                      <a:cubicBezTo>
                        <a:pt x="14046" y="0"/>
                        <a:pt x="18098" y="4051"/>
                        <a:pt x="18098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28"/>
                <p:cNvSpPr/>
                <p:nvPr/>
              </p:nvSpPr>
              <p:spPr>
                <a:xfrm>
                  <a:off x="6708838" y="4697730"/>
                  <a:ext cx="18097" cy="180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" h="18097" extrusionOk="0">
                      <a:moveTo>
                        <a:pt x="18097" y="9049"/>
                      </a:moveTo>
                      <a:cubicBezTo>
                        <a:pt x="18097" y="14002"/>
                        <a:pt x="14097" y="18097"/>
                        <a:pt x="9048" y="18097"/>
                      </a:cubicBezTo>
                      <a:cubicBezTo>
                        <a:pt x="4000" y="18097"/>
                        <a:pt x="0" y="14097"/>
                        <a:pt x="0" y="9049"/>
                      </a:cubicBezTo>
                      <a:cubicBezTo>
                        <a:pt x="0" y="4000"/>
                        <a:pt x="4000" y="0"/>
                        <a:pt x="9048" y="0"/>
                      </a:cubicBezTo>
                      <a:cubicBezTo>
                        <a:pt x="14097" y="0"/>
                        <a:pt x="18097" y="4000"/>
                        <a:pt x="18097" y="904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863" name="Google Shape;863;p28"/>
              <p:cNvSpPr/>
              <p:nvPr/>
            </p:nvSpPr>
            <p:spPr>
              <a:xfrm>
                <a:off x="6548699" y="3046960"/>
                <a:ext cx="1089050" cy="8572"/>
              </a:xfrm>
              <a:custGeom>
                <a:avLst/>
                <a:gdLst/>
                <a:ahLst/>
                <a:cxnLst/>
                <a:rect l="l" t="t" r="r" b="b"/>
                <a:pathLst>
                  <a:path w="1210055" h="9525" extrusionOk="0">
                    <a:moveTo>
                      <a:pt x="0" y="0"/>
                    </a:moveTo>
                    <a:lnTo>
                      <a:pt x="1210056" y="0"/>
                    </a:lnTo>
                  </a:path>
                </a:pathLst>
              </a:custGeom>
              <a:noFill/>
              <a:ln w="17525" cap="flat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864" name="Google Shape;864;p28"/>
              <p:cNvGrpSpPr/>
              <p:nvPr/>
            </p:nvGrpSpPr>
            <p:grpSpPr>
              <a:xfrm>
                <a:off x="6505708" y="2659414"/>
                <a:ext cx="413779" cy="413778"/>
                <a:chOff x="5989605" y="4706493"/>
                <a:chExt cx="459295" cy="459294"/>
              </a:xfrm>
            </p:grpSpPr>
            <p:grpSp>
              <p:nvGrpSpPr>
                <p:cNvPr id="865" name="Google Shape;865;p28"/>
                <p:cNvGrpSpPr/>
                <p:nvPr/>
              </p:nvGrpSpPr>
              <p:grpSpPr>
                <a:xfrm>
                  <a:off x="6001893" y="4718780"/>
                  <a:ext cx="444150" cy="444151"/>
                  <a:chOff x="6001893" y="4718780"/>
                  <a:chExt cx="444150" cy="444151"/>
                </a:xfrm>
              </p:grpSpPr>
              <p:sp>
                <p:nvSpPr>
                  <p:cNvPr id="866" name="Google Shape;866;p28"/>
                  <p:cNvSpPr/>
                  <p:nvPr/>
                </p:nvSpPr>
                <p:spPr>
                  <a:xfrm>
                    <a:off x="6017418" y="5153406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388048" y="0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7" name="Google Shape;867;p28"/>
                  <p:cNvSpPr/>
                  <p:nvPr/>
                </p:nvSpPr>
                <p:spPr>
                  <a:xfrm>
                    <a:off x="6001893" y="4734306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388049"/>
                        </a:moveTo>
                        <a:lnTo>
                          <a:pt x="0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8" name="Google Shape;868;p28"/>
                  <p:cNvSpPr/>
                  <p:nvPr/>
                </p:nvSpPr>
                <p:spPr>
                  <a:xfrm>
                    <a:off x="6032944" y="4718780"/>
                    <a:ext cx="388048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88048" h="9525" extrusionOk="0">
                        <a:moveTo>
                          <a:pt x="0" y="0"/>
                        </a:moveTo>
                        <a:lnTo>
                          <a:pt x="388048" y="0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28"/>
                  <p:cNvSpPr/>
                  <p:nvPr/>
                </p:nvSpPr>
                <p:spPr>
                  <a:xfrm>
                    <a:off x="6436518" y="4749831"/>
                    <a:ext cx="9525" cy="38804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525" h="388048" extrusionOk="0">
                        <a:moveTo>
                          <a:pt x="0" y="0"/>
                        </a:moveTo>
                        <a:lnTo>
                          <a:pt x="0" y="388049"/>
                        </a:lnTo>
                      </a:path>
                    </a:pathLst>
                  </a:custGeom>
                  <a:solidFill>
                    <a:schemeClr val="dk1"/>
                  </a:solidFill>
                  <a:ln w="15800" cap="rnd" cmpd="sng">
                    <a:solidFill>
                      <a:schemeClr val="dk1"/>
                    </a:solidFill>
                    <a:prstDash val="dashDot"/>
                    <a:miter lim="8000"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70" name="Google Shape;870;p28"/>
                <p:cNvGrpSpPr/>
                <p:nvPr/>
              </p:nvGrpSpPr>
              <p:grpSpPr>
                <a:xfrm>
                  <a:off x="5989605" y="4706493"/>
                  <a:ext cx="459295" cy="459294"/>
                  <a:chOff x="5989605" y="4706493"/>
                  <a:chExt cx="459295" cy="459294"/>
                </a:xfrm>
              </p:grpSpPr>
              <p:grpSp>
                <p:nvGrpSpPr>
                  <p:cNvPr id="871" name="Google Shape;871;p28"/>
                  <p:cNvGrpSpPr/>
                  <p:nvPr/>
                </p:nvGrpSpPr>
                <p:grpSpPr>
                  <a:xfrm>
                    <a:off x="5989605" y="4706493"/>
                    <a:ext cx="459295" cy="24669"/>
                    <a:chOff x="5989605" y="4706493"/>
                    <a:chExt cx="459295" cy="24669"/>
                  </a:xfrm>
                </p:grpSpPr>
                <p:sp>
                  <p:nvSpPr>
                    <p:cNvPr id="872" name="Google Shape;872;p28"/>
                    <p:cNvSpPr/>
                    <p:nvPr/>
                  </p:nvSpPr>
                  <p:spPr>
                    <a:xfrm>
                      <a:off x="5989605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3" name="Google Shape;873;p28"/>
                    <p:cNvSpPr/>
                    <p:nvPr/>
                  </p:nvSpPr>
                  <p:spPr>
                    <a:xfrm>
                      <a:off x="620687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4" name="Google Shape;874;p28"/>
                    <p:cNvSpPr/>
                    <p:nvPr/>
                  </p:nvSpPr>
                  <p:spPr>
                    <a:xfrm>
                      <a:off x="6424231" y="4706493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5" name="Google Shape;875;p28"/>
                  <p:cNvGrpSpPr/>
                  <p:nvPr/>
                </p:nvGrpSpPr>
                <p:grpSpPr>
                  <a:xfrm>
                    <a:off x="5989605" y="4923758"/>
                    <a:ext cx="459295" cy="24669"/>
                    <a:chOff x="5989605" y="4923758"/>
                    <a:chExt cx="459295" cy="24669"/>
                  </a:xfrm>
                </p:grpSpPr>
                <p:sp>
                  <p:nvSpPr>
                    <p:cNvPr id="876" name="Google Shape;876;p28"/>
                    <p:cNvSpPr/>
                    <p:nvPr/>
                  </p:nvSpPr>
                  <p:spPr>
                    <a:xfrm>
                      <a:off x="5989605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77" name="Google Shape;877;p28"/>
                    <p:cNvSpPr/>
                    <p:nvPr/>
                  </p:nvSpPr>
                  <p:spPr>
                    <a:xfrm>
                      <a:off x="6424231" y="492375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78" name="Google Shape;878;p28"/>
                  <p:cNvGrpSpPr/>
                  <p:nvPr/>
                </p:nvGrpSpPr>
                <p:grpSpPr>
                  <a:xfrm>
                    <a:off x="5989605" y="5141118"/>
                    <a:ext cx="459295" cy="24669"/>
                    <a:chOff x="5989605" y="5141118"/>
                    <a:chExt cx="459295" cy="24669"/>
                  </a:xfrm>
                </p:grpSpPr>
                <p:sp>
                  <p:nvSpPr>
                    <p:cNvPr id="879" name="Google Shape;879;p28"/>
                    <p:cNvSpPr/>
                    <p:nvPr/>
                  </p:nvSpPr>
                  <p:spPr>
                    <a:xfrm>
                      <a:off x="5989605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0" name="Google Shape;880;p28"/>
                    <p:cNvSpPr/>
                    <p:nvPr/>
                  </p:nvSpPr>
                  <p:spPr>
                    <a:xfrm>
                      <a:off x="620687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1" name="Google Shape;881;p28"/>
                    <p:cNvSpPr/>
                    <p:nvPr/>
                  </p:nvSpPr>
                  <p:spPr>
                    <a:xfrm>
                      <a:off x="6424231" y="5141118"/>
                      <a:ext cx="24669" cy="2466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24669" h="24669" extrusionOk="0">
                          <a:moveTo>
                            <a:pt x="0" y="0"/>
                          </a:moveTo>
                          <a:lnTo>
                            <a:pt x="24670" y="0"/>
                          </a:lnTo>
                          <a:lnTo>
                            <a:pt x="24670" y="24670"/>
                          </a:lnTo>
                          <a:lnTo>
                            <a:pt x="0" y="2467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</p:grpSp>
        <p:grpSp>
          <p:nvGrpSpPr>
            <p:cNvPr id="882" name="Google Shape;882;p28"/>
            <p:cNvGrpSpPr/>
            <p:nvPr/>
          </p:nvGrpSpPr>
          <p:grpSpPr>
            <a:xfrm>
              <a:off x="5248799" y="1817418"/>
              <a:ext cx="479083" cy="595031"/>
              <a:chOff x="5580610" y="1953710"/>
              <a:chExt cx="392498" cy="487491"/>
            </a:xfrm>
          </p:grpSpPr>
          <p:grpSp>
            <p:nvGrpSpPr>
              <p:cNvPr id="883" name="Google Shape;883;p28"/>
              <p:cNvGrpSpPr/>
              <p:nvPr/>
            </p:nvGrpSpPr>
            <p:grpSpPr>
              <a:xfrm>
                <a:off x="5580610" y="1953710"/>
                <a:ext cx="392498" cy="487491"/>
                <a:chOff x="7385113" y="1535430"/>
                <a:chExt cx="435673" cy="541115"/>
              </a:xfrm>
            </p:grpSpPr>
            <p:sp>
              <p:nvSpPr>
                <p:cNvPr id="884" name="Google Shape;884;p28"/>
                <p:cNvSpPr/>
                <p:nvPr/>
              </p:nvSpPr>
              <p:spPr>
                <a:xfrm>
                  <a:off x="7385113" y="1535430"/>
                  <a:ext cx="435673" cy="54111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5673" h="541115" extrusionOk="0">
                      <a:moveTo>
                        <a:pt x="394621" y="0"/>
                      </a:moveTo>
                      <a:cubicBezTo>
                        <a:pt x="417294" y="0"/>
                        <a:pt x="435674" y="18380"/>
                        <a:pt x="435674" y="41053"/>
                      </a:cubicBezTo>
                      <a:lnTo>
                        <a:pt x="435674" y="500062"/>
                      </a:lnTo>
                      <a:cubicBezTo>
                        <a:pt x="435674" y="522735"/>
                        <a:pt x="417294" y="541115"/>
                        <a:pt x="394621" y="541115"/>
                      </a:cubicBezTo>
                      <a:lnTo>
                        <a:pt x="41053" y="541115"/>
                      </a:lnTo>
                      <a:cubicBezTo>
                        <a:pt x="18380" y="541115"/>
                        <a:pt x="0" y="522735"/>
                        <a:pt x="0" y="50006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85" name="Google Shape;885;p28"/>
                <p:cNvGrpSpPr/>
                <p:nvPr/>
              </p:nvGrpSpPr>
              <p:grpSpPr>
                <a:xfrm>
                  <a:off x="7612094" y="1566576"/>
                  <a:ext cx="164781" cy="41529"/>
                  <a:chOff x="7612094" y="1566576"/>
                  <a:chExt cx="164781" cy="41529"/>
                </a:xfrm>
              </p:grpSpPr>
              <p:sp>
                <p:nvSpPr>
                  <p:cNvPr id="886" name="Google Shape;886;p28"/>
                  <p:cNvSpPr/>
                  <p:nvPr/>
                </p:nvSpPr>
                <p:spPr>
                  <a:xfrm>
                    <a:off x="7735347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7" name="Google Shape;887;p28"/>
                  <p:cNvSpPr/>
                  <p:nvPr/>
                </p:nvSpPr>
                <p:spPr>
                  <a:xfrm>
                    <a:off x="7673721" y="1566576"/>
                    <a:ext cx="41528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4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88" name="Google Shape;888;p28"/>
                  <p:cNvSpPr/>
                  <p:nvPr/>
                </p:nvSpPr>
                <p:spPr>
                  <a:xfrm>
                    <a:off x="7612094" y="1566576"/>
                    <a:ext cx="41529" cy="4152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9" extrusionOk="0">
                        <a:moveTo>
                          <a:pt x="41529" y="20765"/>
                        </a:moveTo>
                        <a:cubicBezTo>
                          <a:pt x="41529" y="32290"/>
                          <a:pt x="32195" y="41529"/>
                          <a:pt x="20764" y="41529"/>
                        </a:cubicBezTo>
                        <a:cubicBezTo>
                          <a:pt x="9335" y="41529"/>
                          <a:pt x="0" y="32194"/>
                          <a:pt x="0" y="20765"/>
                        </a:cubicBezTo>
                        <a:cubicBezTo>
                          <a:pt x="0" y="9334"/>
                          <a:pt x="9335" y="0"/>
                          <a:pt x="20764" y="0"/>
                        </a:cubicBezTo>
                        <a:cubicBezTo>
                          <a:pt x="32195" y="0"/>
                          <a:pt x="41529" y="9334"/>
                          <a:pt x="41529" y="2076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889" name="Google Shape;889;p28"/>
              <p:cNvGrpSpPr/>
              <p:nvPr/>
            </p:nvGrpSpPr>
            <p:grpSpPr>
              <a:xfrm>
                <a:off x="5612446" y="2047672"/>
                <a:ext cx="323505" cy="338352"/>
                <a:chOff x="7420451" y="1639728"/>
                <a:chExt cx="359091" cy="375571"/>
              </a:xfrm>
            </p:grpSpPr>
            <p:sp>
              <p:nvSpPr>
                <p:cNvPr id="890" name="Google Shape;890;p28"/>
                <p:cNvSpPr/>
                <p:nvPr/>
              </p:nvSpPr>
              <p:spPr>
                <a:xfrm>
                  <a:off x="7420451" y="1852041"/>
                  <a:ext cx="357473" cy="16325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7473" h="163258" extrusionOk="0">
                      <a:moveTo>
                        <a:pt x="40196" y="72962"/>
                      </a:moveTo>
                      <a:lnTo>
                        <a:pt x="0" y="72962"/>
                      </a:lnTo>
                      <a:lnTo>
                        <a:pt x="0" y="90297"/>
                      </a:lnTo>
                      <a:lnTo>
                        <a:pt x="40196" y="90297"/>
                      </a:lnTo>
                      <a:lnTo>
                        <a:pt x="40196" y="72962"/>
                      </a:lnTo>
                      <a:close/>
                      <a:moveTo>
                        <a:pt x="185166" y="126778"/>
                      </a:moveTo>
                      <a:lnTo>
                        <a:pt x="294894" y="126778"/>
                      </a:lnTo>
                      <a:lnTo>
                        <a:pt x="294894" y="109347"/>
                      </a:lnTo>
                      <a:lnTo>
                        <a:pt x="185166" y="109347"/>
                      </a:lnTo>
                      <a:lnTo>
                        <a:pt x="185166" y="126778"/>
                      </a:lnTo>
                      <a:close/>
                      <a:moveTo>
                        <a:pt x="294894" y="0"/>
                      </a:moveTo>
                      <a:lnTo>
                        <a:pt x="38291" y="0"/>
                      </a:lnTo>
                      <a:lnTo>
                        <a:pt x="38291" y="17335"/>
                      </a:lnTo>
                      <a:lnTo>
                        <a:pt x="294894" y="17335"/>
                      </a:lnTo>
                      <a:lnTo>
                        <a:pt x="294894" y="0"/>
                      </a:lnTo>
                      <a:close/>
                      <a:moveTo>
                        <a:pt x="0" y="163259"/>
                      </a:moveTo>
                      <a:lnTo>
                        <a:pt x="99632" y="163259"/>
                      </a:lnTo>
                      <a:lnTo>
                        <a:pt x="99632" y="145828"/>
                      </a:lnTo>
                      <a:lnTo>
                        <a:pt x="0" y="145828"/>
                      </a:lnTo>
                      <a:lnTo>
                        <a:pt x="0" y="163259"/>
                      </a:lnTo>
                      <a:close/>
                      <a:moveTo>
                        <a:pt x="76581" y="36481"/>
                      </a:moveTo>
                      <a:lnTo>
                        <a:pt x="0" y="36481"/>
                      </a:lnTo>
                      <a:lnTo>
                        <a:pt x="0" y="53816"/>
                      </a:lnTo>
                      <a:lnTo>
                        <a:pt x="76581" y="53816"/>
                      </a:lnTo>
                      <a:lnTo>
                        <a:pt x="76581" y="36481"/>
                      </a:lnTo>
                      <a:close/>
                      <a:moveTo>
                        <a:pt x="52483" y="90297"/>
                      </a:moveTo>
                      <a:lnTo>
                        <a:pt x="207836" y="90297"/>
                      </a:lnTo>
                      <a:lnTo>
                        <a:pt x="207836" y="72962"/>
                      </a:lnTo>
                      <a:lnTo>
                        <a:pt x="52483" y="72962"/>
                      </a:lnTo>
                      <a:lnTo>
                        <a:pt x="52483" y="90297"/>
                      </a:lnTo>
                      <a:close/>
                      <a:moveTo>
                        <a:pt x="164402" y="109347"/>
                      </a:moveTo>
                      <a:lnTo>
                        <a:pt x="0" y="109347"/>
                      </a:lnTo>
                      <a:lnTo>
                        <a:pt x="0" y="126778"/>
                      </a:lnTo>
                      <a:lnTo>
                        <a:pt x="164402" y="126778"/>
                      </a:lnTo>
                      <a:lnTo>
                        <a:pt x="164402" y="109347"/>
                      </a:lnTo>
                      <a:close/>
                      <a:moveTo>
                        <a:pt x="220218" y="90297"/>
                      </a:moveTo>
                      <a:lnTo>
                        <a:pt x="357378" y="90297"/>
                      </a:lnTo>
                      <a:lnTo>
                        <a:pt x="357378" y="72962"/>
                      </a:lnTo>
                      <a:lnTo>
                        <a:pt x="220218" y="72962"/>
                      </a:lnTo>
                      <a:lnTo>
                        <a:pt x="220218" y="90297"/>
                      </a:lnTo>
                      <a:close/>
                      <a:moveTo>
                        <a:pt x="97441" y="53816"/>
                      </a:moveTo>
                      <a:lnTo>
                        <a:pt x="357474" y="53816"/>
                      </a:lnTo>
                      <a:lnTo>
                        <a:pt x="357474" y="36481"/>
                      </a:lnTo>
                      <a:lnTo>
                        <a:pt x="97441" y="36481"/>
                      </a:lnTo>
                      <a:lnTo>
                        <a:pt x="97441" y="53816"/>
                      </a:lnTo>
                      <a:close/>
                      <a:moveTo>
                        <a:pt x="305371" y="0"/>
                      </a:moveTo>
                      <a:lnTo>
                        <a:pt x="305371" y="17335"/>
                      </a:lnTo>
                      <a:lnTo>
                        <a:pt x="357378" y="17335"/>
                      </a:lnTo>
                      <a:lnTo>
                        <a:pt x="357378" y="0"/>
                      </a:lnTo>
                      <a:lnTo>
                        <a:pt x="305371" y="0"/>
                      </a:lnTo>
                      <a:close/>
                      <a:moveTo>
                        <a:pt x="315659" y="126778"/>
                      </a:moveTo>
                      <a:lnTo>
                        <a:pt x="357378" y="126778"/>
                      </a:lnTo>
                      <a:lnTo>
                        <a:pt x="357378" y="109347"/>
                      </a:lnTo>
                      <a:lnTo>
                        <a:pt x="315659" y="109347"/>
                      </a:lnTo>
                      <a:lnTo>
                        <a:pt x="315659" y="126778"/>
                      </a:lnTo>
                      <a:close/>
                      <a:moveTo>
                        <a:pt x="120396" y="163259"/>
                      </a:moveTo>
                      <a:lnTo>
                        <a:pt x="222981" y="163259"/>
                      </a:lnTo>
                      <a:lnTo>
                        <a:pt x="222981" y="145828"/>
                      </a:lnTo>
                      <a:lnTo>
                        <a:pt x="120396" y="145828"/>
                      </a:lnTo>
                      <a:lnTo>
                        <a:pt x="120396" y="163259"/>
                      </a:lnTo>
                      <a:close/>
                      <a:moveTo>
                        <a:pt x="235363" y="163259"/>
                      </a:moveTo>
                      <a:lnTo>
                        <a:pt x="313563" y="163259"/>
                      </a:lnTo>
                      <a:lnTo>
                        <a:pt x="313563" y="145828"/>
                      </a:lnTo>
                      <a:lnTo>
                        <a:pt x="235363" y="145828"/>
                      </a:lnTo>
                      <a:lnTo>
                        <a:pt x="235363" y="163259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91" name="Google Shape;891;p28"/>
                <p:cNvSpPr/>
                <p:nvPr/>
              </p:nvSpPr>
              <p:spPr>
                <a:xfrm>
                  <a:off x="7425594" y="1639728"/>
                  <a:ext cx="353948" cy="1801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53948" h="180117" extrusionOk="0">
                      <a:moveTo>
                        <a:pt x="0" y="0"/>
                      </a:moveTo>
                      <a:lnTo>
                        <a:pt x="353949" y="0"/>
                      </a:lnTo>
                      <a:lnTo>
                        <a:pt x="353949" y="180118"/>
                      </a:lnTo>
                      <a:lnTo>
                        <a:pt x="0" y="18011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892" name="Google Shape;892;p28"/>
            <p:cNvGrpSpPr/>
            <p:nvPr/>
          </p:nvGrpSpPr>
          <p:grpSpPr>
            <a:xfrm>
              <a:off x="7810967" y="2543174"/>
              <a:ext cx="1047787" cy="27232"/>
              <a:chOff x="7384446" y="3573113"/>
              <a:chExt cx="952880" cy="24765"/>
            </a:xfrm>
          </p:grpSpPr>
          <p:sp>
            <p:nvSpPr>
              <p:cNvPr id="893" name="Google Shape;893;p28"/>
              <p:cNvSpPr/>
              <p:nvPr/>
            </p:nvSpPr>
            <p:spPr>
              <a:xfrm>
                <a:off x="7396162" y="3585495"/>
                <a:ext cx="92935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29354" h="9525" extrusionOk="0">
                    <a:moveTo>
                      <a:pt x="929354" y="0"/>
                    </a:moveTo>
                    <a:lnTo>
                      <a:pt x="0" y="0"/>
                    </a:lnTo>
                  </a:path>
                </a:pathLst>
              </a:custGeom>
              <a:solidFill>
                <a:schemeClr val="accent4"/>
              </a:solidFill>
              <a:ln w="10950" cap="flat" cmpd="sng">
                <a:solidFill>
                  <a:schemeClr val="accent4"/>
                </a:solidFill>
                <a:prstDash val="dashDot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4" name="Google Shape;894;p28"/>
              <p:cNvSpPr/>
              <p:nvPr/>
            </p:nvSpPr>
            <p:spPr>
              <a:xfrm>
                <a:off x="8312562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19240" y="0"/>
                      <a:pt x="24765" y="5524"/>
                      <a:pt x="24765" y="12382"/>
                    </a:cubicBezTo>
                    <a:cubicBezTo>
                      <a:pt x="24765" y="19240"/>
                      <a:pt x="19240" y="24765"/>
                      <a:pt x="12382" y="24765"/>
                    </a:cubicBezTo>
                    <a:cubicBezTo>
                      <a:pt x="5524" y="24765"/>
                      <a:pt x="0" y="19240"/>
                      <a:pt x="0" y="12382"/>
                    </a:cubicBezTo>
                    <a:cubicBezTo>
                      <a:pt x="0" y="5524"/>
                      <a:pt x="5524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5" name="Google Shape;895;p28"/>
              <p:cNvSpPr/>
              <p:nvPr/>
            </p:nvSpPr>
            <p:spPr>
              <a:xfrm>
                <a:off x="7384446" y="3573113"/>
                <a:ext cx="24764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24764" h="24765" extrusionOk="0">
                    <a:moveTo>
                      <a:pt x="12382" y="0"/>
                    </a:moveTo>
                    <a:cubicBezTo>
                      <a:pt x="5524" y="0"/>
                      <a:pt x="0" y="5524"/>
                      <a:pt x="0" y="12382"/>
                    </a:cubicBezTo>
                    <a:cubicBezTo>
                      <a:pt x="0" y="19240"/>
                      <a:pt x="5524" y="24765"/>
                      <a:pt x="12382" y="24765"/>
                    </a:cubicBezTo>
                    <a:cubicBezTo>
                      <a:pt x="19240" y="24765"/>
                      <a:pt x="24765" y="19240"/>
                      <a:pt x="24765" y="12382"/>
                    </a:cubicBezTo>
                    <a:cubicBezTo>
                      <a:pt x="24765" y="5524"/>
                      <a:pt x="19240" y="0"/>
                      <a:pt x="12382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952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96" name="Google Shape;896;p28"/>
            <p:cNvGrpSpPr/>
            <p:nvPr/>
          </p:nvGrpSpPr>
          <p:grpSpPr>
            <a:xfrm>
              <a:off x="8348540" y="2013384"/>
              <a:ext cx="657643" cy="856749"/>
              <a:chOff x="-2" y="3134666"/>
              <a:chExt cx="498554" cy="649495"/>
            </a:xfrm>
          </p:grpSpPr>
          <p:grpSp>
            <p:nvGrpSpPr>
              <p:cNvPr id="897" name="Google Shape;897;p28"/>
              <p:cNvGrpSpPr/>
              <p:nvPr/>
            </p:nvGrpSpPr>
            <p:grpSpPr>
              <a:xfrm>
                <a:off x="-2" y="3134666"/>
                <a:ext cx="498554" cy="649495"/>
                <a:chOff x="895350" y="4265199"/>
                <a:chExt cx="598074" cy="779145"/>
              </a:xfrm>
            </p:grpSpPr>
            <p:sp>
              <p:nvSpPr>
                <p:cNvPr id="898" name="Google Shape;898;p28"/>
                <p:cNvSpPr/>
                <p:nvPr/>
              </p:nvSpPr>
              <p:spPr>
                <a:xfrm>
                  <a:off x="895350" y="4265199"/>
                  <a:ext cx="598074" cy="77914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8074" h="779145" extrusionOk="0">
                      <a:moveTo>
                        <a:pt x="557022" y="0"/>
                      </a:moveTo>
                      <a:cubicBezTo>
                        <a:pt x="579695" y="0"/>
                        <a:pt x="598075" y="18380"/>
                        <a:pt x="598075" y="41053"/>
                      </a:cubicBezTo>
                      <a:lnTo>
                        <a:pt x="598075" y="738092"/>
                      </a:lnTo>
                      <a:cubicBezTo>
                        <a:pt x="598075" y="760765"/>
                        <a:pt x="579695" y="779145"/>
                        <a:pt x="557022" y="779145"/>
                      </a:cubicBezTo>
                      <a:lnTo>
                        <a:pt x="41053" y="779145"/>
                      </a:lnTo>
                      <a:cubicBezTo>
                        <a:pt x="18380" y="779145"/>
                        <a:pt x="0" y="760765"/>
                        <a:pt x="0" y="738092"/>
                      </a:cubicBezTo>
                      <a:lnTo>
                        <a:pt x="0" y="41053"/>
                      </a:lnTo>
                      <a:cubicBezTo>
                        <a:pt x="0" y="18380"/>
                        <a:pt x="18380" y="0"/>
                        <a:pt x="41053" y="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99" name="Google Shape;899;p28"/>
                <p:cNvGrpSpPr/>
                <p:nvPr/>
              </p:nvGrpSpPr>
              <p:grpSpPr>
                <a:xfrm>
                  <a:off x="1284732" y="4296441"/>
                  <a:ext cx="164876" cy="41528"/>
                  <a:chOff x="1284732" y="4296441"/>
                  <a:chExt cx="164876" cy="41528"/>
                </a:xfrm>
              </p:grpSpPr>
              <p:sp>
                <p:nvSpPr>
                  <p:cNvPr id="900" name="Google Shape;900;p28"/>
                  <p:cNvSpPr/>
                  <p:nvPr/>
                </p:nvSpPr>
                <p:spPr>
                  <a:xfrm>
                    <a:off x="1408080" y="4296441"/>
                    <a:ext cx="41528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8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4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4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1" name="Google Shape;901;p28"/>
                  <p:cNvSpPr/>
                  <p:nvPr/>
                </p:nvSpPr>
                <p:spPr>
                  <a:xfrm>
                    <a:off x="1346358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5" y="41529"/>
                          <a:pt x="20765" y="41529"/>
                        </a:cubicBezTo>
                        <a:cubicBezTo>
                          <a:pt x="9335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5" y="0"/>
                          <a:pt x="20765" y="0"/>
                        </a:cubicBezTo>
                        <a:cubicBezTo>
                          <a:pt x="32195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02" name="Google Shape;902;p28"/>
                  <p:cNvSpPr/>
                  <p:nvPr/>
                </p:nvSpPr>
                <p:spPr>
                  <a:xfrm>
                    <a:off x="1284732" y="4296441"/>
                    <a:ext cx="41529" cy="4152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529" h="41528" extrusionOk="0">
                        <a:moveTo>
                          <a:pt x="41529" y="20764"/>
                        </a:moveTo>
                        <a:cubicBezTo>
                          <a:pt x="41529" y="32290"/>
                          <a:pt x="32194" y="41529"/>
                          <a:pt x="20765" y="41529"/>
                        </a:cubicBezTo>
                        <a:cubicBezTo>
                          <a:pt x="9334" y="41529"/>
                          <a:pt x="0" y="32195"/>
                          <a:pt x="0" y="20764"/>
                        </a:cubicBezTo>
                        <a:cubicBezTo>
                          <a:pt x="0" y="9334"/>
                          <a:pt x="9334" y="0"/>
                          <a:pt x="20765" y="0"/>
                        </a:cubicBezTo>
                        <a:cubicBezTo>
                          <a:pt x="32194" y="0"/>
                          <a:pt x="41529" y="9334"/>
                          <a:pt x="41529" y="20764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03" name="Google Shape;903;p28"/>
              <p:cNvGrpSpPr/>
              <p:nvPr/>
            </p:nvGrpSpPr>
            <p:grpSpPr>
              <a:xfrm>
                <a:off x="59230" y="3269171"/>
                <a:ext cx="382391" cy="400019"/>
                <a:chOff x="966406" y="4426553"/>
                <a:chExt cx="458723" cy="479869"/>
              </a:xfrm>
            </p:grpSpPr>
            <p:sp>
              <p:nvSpPr>
                <p:cNvPr id="904" name="Google Shape;904;p28"/>
                <p:cNvSpPr/>
                <p:nvPr/>
              </p:nvSpPr>
              <p:spPr>
                <a:xfrm>
                  <a:off x="966406" y="4697825"/>
                  <a:ext cx="456723" cy="2085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6723" h="208597" extrusionOk="0">
                      <a:moveTo>
                        <a:pt x="51340" y="93250"/>
                      </a:moveTo>
                      <a:lnTo>
                        <a:pt x="0" y="93250"/>
                      </a:lnTo>
                      <a:lnTo>
                        <a:pt x="0" y="115443"/>
                      </a:lnTo>
                      <a:lnTo>
                        <a:pt x="51340" y="115443"/>
                      </a:lnTo>
                      <a:lnTo>
                        <a:pt x="51340" y="93250"/>
                      </a:lnTo>
                      <a:close/>
                      <a:moveTo>
                        <a:pt x="236601" y="162020"/>
                      </a:moveTo>
                      <a:lnTo>
                        <a:pt x="376904" y="162020"/>
                      </a:lnTo>
                      <a:lnTo>
                        <a:pt x="376904" y="139827"/>
                      </a:lnTo>
                      <a:lnTo>
                        <a:pt x="236601" y="139827"/>
                      </a:lnTo>
                      <a:lnTo>
                        <a:pt x="236601" y="162020"/>
                      </a:lnTo>
                      <a:close/>
                      <a:moveTo>
                        <a:pt x="376809" y="0"/>
                      </a:moveTo>
                      <a:lnTo>
                        <a:pt x="48863" y="0"/>
                      </a:lnTo>
                      <a:lnTo>
                        <a:pt x="48863" y="22193"/>
                      </a:lnTo>
                      <a:lnTo>
                        <a:pt x="376809" y="22193"/>
                      </a:lnTo>
                      <a:lnTo>
                        <a:pt x="376809" y="0"/>
                      </a:lnTo>
                      <a:close/>
                      <a:moveTo>
                        <a:pt x="0" y="208597"/>
                      </a:moveTo>
                      <a:lnTo>
                        <a:pt x="127349" y="208597"/>
                      </a:lnTo>
                      <a:lnTo>
                        <a:pt x="127349" y="186404"/>
                      </a:lnTo>
                      <a:lnTo>
                        <a:pt x="0" y="186404"/>
                      </a:lnTo>
                      <a:lnTo>
                        <a:pt x="0" y="208597"/>
                      </a:lnTo>
                      <a:close/>
                      <a:moveTo>
                        <a:pt x="97917" y="46577"/>
                      </a:moveTo>
                      <a:lnTo>
                        <a:pt x="0" y="46577"/>
                      </a:lnTo>
                      <a:lnTo>
                        <a:pt x="0" y="68771"/>
                      </a:lnTo>
                      <a:lnTo>
                        <a:pt x="97917" y="68771"/>
                      </a:lnTo>
                      <a:lnTo>
                        <a:pt x="97917" y="46577"/>
                      </a:lnTo>
                      <a:close/>
                      <a:moveTo>
                        <a:pt x="67056" y="115348"/>
                      </a:moveTo>
                      <a:lnTo>
                        <a:pt x="265557" y="115348"/>
                      </a:lnTo>
                      <a:lnTo>
                        <a:pt x="265557" y="93154"/>
                      </a:lnTo>
                      <a:lnTo>
                        <a:pt x="67056" y="93154"/>
                      </a:lnTo>
                      <a:lnTo>
                        <a:pt x="67056" y="115348"/>
                      </a:lnTo>
                      <a:close/>
                      <a:moveTo>
                        <a:pt x="210026" y="139732"/>
                      </a:moveTo>
                      <a:lnTo>
                        <a:pt x="0" y="139732"/>
                      </a:lnTo>
                      <a:lnTo>
                        <a:pt x="0" y="161925"/>
                      </a:lnTo>
                      <a:lnTo>
                        <a:pt x="210122" y="161925"/>
                      </a:lnTo>
                      <a:lnTo>
                        <a:pt x="210122" y="139732"/>
                      </a:lnTo>
                      <a:close/>
                      <a:moveTo>
                        <a:pt x="281369" y="115348"/>
                      </a:moveTo>
                      <a:lnTo>
                        <a:pt x="456724" y="115348"/>
                      </a:lnTo>
                      <a:lnTo>
                        <a:pt x="456724" y="93154"/>
                      </a:lnTo>
                      <a:lnTo>
                        <a:pt x="281369" y="93154"/>
                      </a:lnTo>
                      <a:lnTo>
                        <a:pt x="281369" y="115348"/>
                      </a:lnTo>
                      <a:close/>
                      <a:moveTo>
                        <a:pt x="124397" y="68771"/>
                      </a:moveTo>
                      <a:lnTo>
                        <a:pt x="456629" y="68771"/>
                      </a:lnTo>
                      <a:lnTo>
                        <a:pt x="456629" y="46577"/>
                      </a:lnTo>
                      <a:lnTo>
                        <a:pt x="124397" y="46577"/>
                      </a:lnTo>
                      <a:lnTo>
                        <a:pt x="124397" y="68771"/>
                      </a:lnTo>
                      <a:close/>
                      <a:moveTo>
                        <a:pt x="390144" y="0"/>
                      </a:moveTo>
                      <a:lnTo>
                        <a:pt x="390144" y="22193"/>
                      </a:lnTo>
                      <a:lnTo>
                        <a:pt x="456629" y="22193"/>
                      </a:lnTo>
                      <a:lnTo>
                        <a:pt x="456629" y="0"/>
                      </a:lnTo>
                      <a:lnTo>
                        <a:pt x="390144" y="0"/>
                      </a:lnTo>
                      <a:close/>
                      <a:moveTo>
                        <a:pt x="403289" y="162020"/>
                      </a:moveTo>
                      <a:lnTo>
                        <a:pt x="456629" y="162020"/>
                      </a:lnTo>
                      <a:lnTo>
                        <a:pt x="456629" y="139827"/>
                      </a:lnTo>
                      <a:lnTo>
                        <a:pt x="403289" y="139827"/>
                      </a:lnTo>
                      <a:lnTo>
                        <a:pt x="403289" y="162020"/>
                      </a:lnTo>
                      <a:close/>
                      <a:moveTo>
                        <a:pt x="153734" y="208597"/>
                      </a:moveTo>
                      <a:lnTo>
                        <a:pt x="284893" y="208597"/>
                      </a:lnTo>
                      <a:lnTo>
                        <a:pt x="284893" y="186404"/>
                      </a:lnTo>
                      <a:lnTo>
                        <a:pt x="153734" y="186404"/>
                      </a:lnTo>
                      <a:lnTo>
                        <a:pt x="153734" y="208597"/>
                      </a:lnTo>
                      <a:close/>
                      <a:moveTo>
                        <a:pt x="300704" y="208597"/>
                      </a:moveTo>
                      <a:lnTo>
                        <a:pt x="400622" y="208597"/>
                      </a:lnTo>
                      <a:lnTo>
                        <a:pt x="400622" y="186404"/>
                      </a:lnTo>
                      <a:lnTo>
                        <a:pt x="300704" y="186404"/>
                      </a:lnTo>
                      <a:lnTo>
                        <a:pt x="300704" y="20859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05" name="Google Shape;905;p28"/>
                <p:cNvSpPr/>
                <p:nvPr/>
              </p:nvSpPr>
              <p:spPr>
                <a:xfrm>
                  <a:off x="972883" y="4426553"/>
                  <a:ext cx="452246" cy="230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246" h="230219" extrusionOk="0">
                      <a:moveTo>
                        <a:pt x="0" y="0"/>
                      </a:moveTo>
                      <a:lnTo>
                        <a:pt x="452247" y="0"/>
                      </a:lnTo>
                      <a:lnTo>
                        <a:pt x="452247" y="230219"/>
                      </a:lnTo>
                      <a:lnTo>
                        <a:pt x="0" y="23021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06" name="Google Shape;906;p28"/>
            <p:cNvGrpSpPr/>
            <p:nvPr/>
          </p:nvGrpSpPr>
          <p:grpSpPr>
            <a:xfrm>
              <a:off x="5165167" y="2950875"/>
              <a:ext cx="645598" cy="1166771"/>
              <a:chOff x="5165167" y="2950875"/>
              <a:chExt cx="645598" cy="1166771"/>
            </a:xfrm>
          </p:grpSpPr>
          <p:grpSp>
            <p:nvGrpSpPr>
              <p:cNvPr id="907" name="Google Shape;907;p28"/>
              <p:cNvGrpSpPr/>
              <p:nvPr/>
            </p:nvGrpSpPr>
            <p:grpSpPr>
              <a:xfrm>
                <a:off x="5165167" y="2950875"/>
                <a:ext cx="645598" cy="1166771"/>
                <a:chOff x="1024660" y="3708890"/>
                <a:chExt cx="489423" cy="884520"/>
              </a:xfrm>
            </p:grpSpPr>
            <p:grpSp>
              <p:nvGrpSpPr>
                <p:cNvPr id="908" name="Google Shape;908;p28"/>
                <p:cNvGrpSpPr/>
                <p:nvPr/>
              </p:nvGrpSpPr>
              <p:grpSpPr>
                <a:xfrm>
                  <a:off x="1024660" y="3708890"/>
                  <a:ext cx="489423" cy="884520"/>
                  <a:chOff x="2124551" y="4954047"/>
                  <a:chExt cx="587120" cy="1061085"/>
                </a:xfrm>
              </p:grpSpPr>
              <p:sp>
                <p:nvSpPr>
                  <p:cNvPr id="909" name="Google Shape;909;p28"/>
                  <p:cNvSpPr/>
                  <p:nvPr/>
                </p:nvSpPr>
                <p:spPr>
                  <a:xfrm>
                    <a:off x="2124551" y="4954047"/>
                    <a:ext cx="587120" cy="106108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87120" h="1061085" extrusionOk="0">
                        <a:moveTo>
                          <a:pt x="91440" y="0"/>
                        </a:moveTo>
                        <a:lnTo>
                          <a:pt x="495681" y="0"/>
                        </a:lnTo>
                        <a:cubicBezTo>
                          <a:pt x="546163" y="0"/>
                          <a:pt x="587121" y="40958"/>
                          <a:pt x="587121" y="91440"/>
                        </a:cubicBezTo>
                        <a:lnTo>
                          <a:pt x="587121" y="969645"/>
                        </a:lnTo>
                        <a:cubicBezTo>
                          <a:pt x="587121" y="1020128"/>
                          <a:pt x="546163" y="1061085"/>
                          <a:pt x="495681" y="1061085"/>
                        </a:cubicBezTo>
                        <a:lnTo>
                          <a:pt x="91440" y="1061085"/>
                        </a:lnTo>
                        <a:cubicBezTo>
                          <a:pt x="40958" y="1061085"/>
                          <a:pt x="0" y="1020128"/>
                          <a:pt x="0" y="969645"/>
                        </a:cubicBezTo>
                        <a:lnTo>
                          <a:pt x="0" y="91440"/>
                        </a:lnTo>
                        <a:cubicBezTo>
                          <a:pt x="0" y="40958"/>
                          <a:pt x="40958" y="0"/>
                          <a:pt x="91440" y="0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0" name="Google Shape;910;p28"/>
                  <p:cNvSpPr/>
                  <p:nvPr/>
                </p:nvSpPr>
                <p:spPr>
                  <a:xfrm>
                    <a:off x="2339530" y="4987099"/>
                    <a:ext cx="157162" cy="2552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7162" h="25527" extrusionOk="0">
                        <a:moveTo>
                          <a:pt x="144399" y="25527"/>
                        </a:moveTo>
                        <a:lnTo>
                          <a:pt x="12764" y="25527"/>
                        </a:lnTo>
                        <a:cubicBezTo>
                          <a:pt x="5715" y="25527"/>
                          <a:pt x="0" y="19812"/>
                          <a:pt x="0" y="12764"/>
                        </a:cubicBezTo>
                        <a:lnTo>
                          <a:pt x="0" y="12764"/>
                        </a:lnTo>
                        <a:cubicBezTo>
                          <a:pt x="0" y="5715"/>
                          <a:pt x="5715" y="0"/>
                          <a:pt x="12764" y="0"/>
                        </a:cubicBezTo>
                        <a:lnTo>
                          <a:pt x="144399" y="0"/>
                        </a:lnTo>
                        <a:cubicBezTo>
                          <a:pt x="151448" y="0"/>
                          <a:pt x="157163" y="5715"/>
                          <a:pt x="157163" y="12764"/>
                        </a:cubicBezTo>
                        <a:lnTo>
                          <a:pt x="157163" y="12764"/>
                        </a:lnTo>
                        <a:cubicBezTo>
                          <a:pt x="157163" y="19812"/>
                          <a:pt x="151448" y="25527"/>
                          <a:pt x="144399" y="25527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11" name="Google Shape;911;p28"/>
                <p:cNvSpPr/>
                <p:nvPr/>
              </p:nvSpPr>
              <p:spPr>
                <a:xfrm>
                  <a:off x="1059199" y="3818860"/>
                  <a:ext cx="419712" cy="647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4158" h="777906" extrusionOk="0">
                      <a:moveTo>
                        <a:pt x="0" y="0"/>
                      </a:moveTo>
                      <a:lnTo>
                        <a:pt x="504158" y="0"/>
                      </a:lnTo>
                      <a:lnTo>
                        <a:pt x="504158" y="777907"/>
                      </a:lnTo>
                      <a:lnTo>
                        <a:pt x="0" y="777907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12" name="Google Shape;912;p28"/>
                <p:cNvGrpSpPr/>
                <p:nvPr/>
              </p:nvGrpSpPr>
              <p:grpSpPr>
                <a:xfrm>
                  <a:off x="1108189" y="4182116"/>
                  <a:ext cx="322524" cy="131011"/>
                  <a:chOff x="2224754" y="5521737"/>
                  <a:chExt cx="386905" cy="157163"/>
                </a:xfrm>
              </p:grpSpPr>
              <p:grpSp>
                <p:nvGrpSpPr>
                  <p:cNvPr id="913" name="Google Shape;913;p28"/>
                  <p:cNvGrpSpPr/>
                  <p:nvPr/>
                </p:nvGrpSpPr>
                <p:grpSpPr>
                  <a:xfrm>
                    <a:off x="2224754" y="5521737"/>
                    <a:ext cx="386905" cy="157163"/>
                    <a:chOff x="2224754" y="5521737"/>
                    <a:chExt cx="386905" cy="157163"/>
                  </a:xfrm>
                </p:grpSpPr>
                <p:grpSp>
                  <p:nvGrpSpPr>
                    <p:cNvPr id="914" name="Google Shape;914;p28"/>
                    <p:cNvGrpSpPr/>
                    <p:nvPr/>
                  </p:nvGrpSpPr>
                  <p:grpSpPr>
                    <a:xfrm>
                      <a:off x="2224754" y="5521737"/>
                      <a:ext cx="386905" cy="65532"/>
                      <a:chOff x="2224754" y="5521737"/>
                      <a:chExt cx="386905" cy="65532"/>
                    </a:xfrm>
                  </p:grpSpPr>
                  <p:sp>
                    <p:nvSpPr>
                      <p:cNvPr id="915" name="Google Shape;915;p28"/>
                      <p:cNvSpPr/>
                      <p:nvPr/>
                    </p:nvSpPr>
                    <p:spPr>
                      <a:xfrm>
                        <a:off x="2224754" y="5521737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28"/>
                      <p:cNvSpPr/>
                      <p:nvPr/>
                    </p:nvSpPr>
                    <p:spPr>
                      <a:xfrm>
                        <a:off x="2237422" y="5534405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917" name="Google Shape;917;p28"/>
                    <p:cNvGrpSpPr/>
                    <p:nvPr/>
                  </p:nvGrpSpPr>
                  <p:grpSpPr>
                    <a:xfrm>
                      <a:off x="2224754" y="5613368"/>
                      <a:ext cx="386905" cy="65532"/>
                      <a:chOff x="2224754" y="5613368"/>
                      <a:chExt cx="386905" cy="65532"/>
                    </a:xfrm>
                  </p:grpSpPr>
                  <p:sp>
                    <p:nvSpPr>
                      <p:cNvPr id="918" name="Google Shape;918;p28"/>
                      <p:cNvSpPr/>
                      <p:nvPr/>
                    </p:nvSpPr>
                    <p:spPr>
                      <a:xfrm>
                        <a:off x="2224754" y="5613368"/>
                        <a:ext cx="386905" cy="65532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86905" h="65532" extrusionOk="0">
                            <a:moveTo>
                              <a:pt x="386810" y="15049"/>
                            </a:moveTo>
                            <a:lnTo>
                              <a:pt x="386810" y="50482"/>
                            </a:lnTo>
                            <a:cubicBezTo>
                              <a:pt x="386810" y="58769"/>
                              <a:pt x="380143" y="65532"/>
                              <a:pt x="371856" y="65532"/>
                            </a:cubicBezTo>
                            <a:lnTo>
                              <a:pt x="14954" y="65532"/>
                            </a:lnTo>
                            <a:cubicBezTo>
                              <a:pt x="14288" y="65532"/>
                              <a:pt x="13525" y="65532"/>
                              <a:pt x="12859" y="65341"/>
                            </a:cubicBezTo>
                            <a:cubicBezTo>
                              <a:pt x="5524" y="64294"/>
                              <a:pt x="0" y="58102"/>
                              <a:pt x="0" y="50482"/>
                            </a:cubicBezTo>
                            <a:lnTo>
                              <a:pt x="0" y="15049"/>
                            </a:lnTo>
                            <a:cubicBezTo>
                              <a:pt x="0" y="6762"/>
                              <a:pt x="6667" y="0"/>
                              <a:pt x="15049" y="0"/>
                            </a:cubicBezTo>
                            <a:lnTo>
                              <a:pt x="371951" y="0"/>
                            </a:lnTo>
                            <a:cubicBezTo>
                              <a:pt x="379476" y="0"/>
                              <a:pt x="385667" y="5619"/>
                              <a:pt x="386715" y="12859"/>
                            </a:cubicBezTo>
                            <a:cubicBezTo>
                              <a:pt x="386810" y="13525"/>
                              <a:pt x="386905" y="14288"/>
                              <a:pt x="386905" y="15049"/>
                            </a:cubicBezTo>
                            <a:close/>
                          </a:path>
                        </a:pathLst>
                      </a:custGeom>
                      <a:solidFill>
                        <a:schemeClr val="dk2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9" name="Google Shape;919;p28"/>
                      <p:cNvSpPr/>
                      <p:nvPr/>
                    </p:nvSpPr>
                    <p:spPr>
                      <a:xfrm>
                        <a:off x="2237422" y="5626036"/>
                        <a:ext cx="374141" cy="52864"/>
                      </a:xfrm>
                      <a:custGeom>
                        <a:avLst/>
                        <a:gdLst/>
                        <a:ahLst/>
                        <a:cxnLst/>
                        <a:rect l="l" t="t" r="r" b="b"/>
                        <a:pathLst>
                          <a:path w="374141" h="52864" extrusionOk="0">
                            <a:moveTo>
                              <a:pt x="374142" y="2381"/>
                            </a:moveTo>
                            <a:lnTo>
                              <a:pt x="374142" y="37815"/>
                            </a:lnTo>
                            <a:cubicBezTo>
                              <a:pt x="374142" y="46101"/>
                              <a:pt x="367475" y="52864"/>
                              <a:pt x="359188" y="52864"/>
                            </a:cubicBezTo>
                            <a:lnTo>
                              <a:pt x="2286" y="52864"/>
                            </a:lnTo>
                            <a:cubicBezTo>
                              <a:pt x="1619" y="52864"/>
                              <a:pt x="857" y="52864"/>
                              <a:pt x="191" y="52674"/>
                            </a:cubicBezTo>
                            <a:cubicBezTo>
                              <a:pt x="95" y="52007"/>
                              <a:pt x="0" y="51245"/>
                              <a:pt x="0" y="50578"/>
                            </a:cubicBezTo>
                            <a:lnTo>
                              <a:pt x="0" y="15050"/>
                            </a:lnTo>
                            <a:cubicBezTo>
                              <a:pt x="0" y="6763"/>
                              <a:pt x="6668" y="0"/>
                              <a:pt x="14954" y="0"/>
                            </a:cubicBezTo>
                            <a:lnTo>
                              <a:pt x="371856" y="0"/>
                            </a:lnTo>
                            <a:cubicBezTo>
                              <a:pt x="372523" y="0"/>
                              <a:pt x="373285" y="0"/>
                              <a:pt x="373952" y="191"/>
                            </a:cubicBezTo>
                            <a:cubicBezTo>
                              <a:pt x="374047" y="858"/>
                              <a:pt x="374142" y="1620"/>
                              <a:pt x="374142" y="2381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>
                        <a:noFill/>
                      </a:ln>
                    </p:spPr>
                    <p:txBody>
                      <a:bodyPr spcFirstLastPara="1" wrap="square" lIns="91425" tIns="45700" rIns="91425" bIns="45700" anchor="ctr" anchorCtr="0">
                        <a:noAutofit/>
                      </a:bodyPr>
                      <a:lstStyle/>
                      <a:p>
                        <a:pPr marL="0" marR="0" lvl="0" indent="0" algn="l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</p:grpSp>
              <p:grpSp>
                <p:nvGrpSpPr>
                  <p:cNvPr id="920" name="Google Shape;920;p28"/>
                  <p:cNvGrpSpPr/>
                  <p:nvPr/>
                </p:nvGrpSpPr>
                <p:grpSpPr>
                  <a:xfrm>
                    <a:off x="2336863" y="5554217"/>
                    <a:ext cx="177355" cy="15050"/>
                    <a:chOff x="2336863" y="5554217"/>
                    <a:chExt cx="177355" cy="15050"/>
                  </a:xfrm>
                </p:grpSpPr>
                <p:sp>
                  <p:nvSpPr>
                    <p:cNvPr id="921" name="Google Shape;921;p28"/>
                    <p:cNvSpPr/>
                    <p:nvPr/>
                  </p:nvSpPr>
                  <p:spPr>
                    <a:xfrm>
                      <a:off x="233686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1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2" name="Google Shape;922;p28"/>
                    <p:cNvSpPr/>
                    <p:nvPr/>
                  </p:nvSpPr>
                  <p:spPr>
                    <a:xfrm>
                      <a:off x="2377440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3" name="Google Shape;923;p28"/>
                    <p:cNvSpPr/>
                    <p:nvPr/>
                  </p:nvSpPr>
                  <p:spPr>
                    <a:xfrm>
                      <a:off x="2418016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4" name="Google Shape;924;p28"/>
                    <p:cNvSpPr/>
                    <p:nvPr/>
                  </p:nvSpPr>
                  <p:spPr>
                    <a:xfrm>
                      <a:off x="2458593" y="555421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4"/>
                          </a:moveTo>
                          <a:cubicBezTo>
                            <a:pt x="15049" y="11680"/>
                            <a:pt x="11680" y="15049"/>
                            <a:pt x="7525" y="15049"/>
                          </a:cubicBezTo>
                          <a:cubicBezTo>
                            <a:pt x="3369" y="15049"/>
                            <a:pt x="0" y="11680"/>
                            <a:pt x="0" y="7524"/>
                          </a:cubicBezTo>
                          <a:cubicBezTo>
                            <a:pt x="0" y="3369"/>
                            <a:pt x="3369" y="0"/>
                            <a:pt x="7525" y="0"/>
                          </a:cubicBezTo>
                          <a:cubicBezTo>
                            <a:pt x="11681" y="0"/>
                            <a:pt x="15049" y="3369"/>
                            <a:pt x="15049" y="7524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5" name="Google Shape;925;p28"/>
                    <p:cNvSpPr/>
                    <p:nvPr/>
                  </p:nvSpPr>
                  <p:spPr>
                    <a:xfrm>
                      <a:off x="2499169" y="5554217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926" name="Google Shape;926;p28"/>
                  <p:cNvGrpSpPr/>
                  <p:nvPr/>
                </p:nvGrpSpPr>
                <p:grpSpPr>
                  <a:xfrm>
                    <a:off x="2336863" y="5641848"/>
                    <a:ext cx="177355" cy="15049"/>
                    <a:chOff x="2336863" y="5641848"/>
                    <a:chExt cx="177355" cy="15049"/>
                  </a:xfrm>
                </p:grpSpPr>
                <p:sp>
                  <p:nvSpPr>
                    <p:cNvPr id="927" name="Google Shape;927;p28"/>
                    <p:cNvSpPr/>
                    <p:nvPr/>
                  </p:nvSpPr>
                  <p:spPr>
                    <a:xfrm>
                      <a:off x="2336863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8" name="Google Shape;928;p28"/>
                    <p:cNvSpPr/>
                    <p:nvPr/>
                  </p:nvSpPr>
                  <p:spPr>
                    <a:xfrm>
                      <a:off x="2377440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49" y="7525"/>
                          </a:moveTo>
                          <a:cubicBezTo>
                            <a:pt x="15049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49" y="3334"/>
                            <a:pt x="15049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29" name="Google Shape;929;p28"/>
                    <p:cNvSpPr/>
                    <p:nvPr/>
                  </p:nvSpPr>
                  <p:spPr>
                    <a:xfrm>
                      <a:off x="2418016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0" name="Google Shape;930;p28"/>
                    <p:cNvSpPr/>
                    <p:nvPr/>
                  </p:nvSpPr>
                  <p:spPr>
                    <a:xfrm>
                      <a:off x="2458592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1" name="Google Shape;931;p28"/>
                    <p:cNvSpPr/>
                    <p:nvPr/>
                  </p:nvSpPr>
                  <p:spPr>
                    <a:xfrm>
                      <a:off x="2499169" y="5641848"/>
                      <a:ext cx="15049" cy="15049"/>
                    </a:xfrm>
                    <a:custGeom>
                      <a:avLst/>
                      <a:gdLst/>
                      <a:ahLst/>
                      <a:cxnLst/>
                      <a:rect l="l" t="t" r="r" b="b"/>
                      <a:pathLst>
                        <a:path w="15049" h="15049" extrusionOk="0">
                          <a:moveTo>
                            <a:pt x="15050" y="7525"/>
                          </a:moveTo>
                          <a:cubicBezTo>
                            <a:pt x="15050" y="11716"/>
                            <a:pt x="11716" y="15050"/>
                            <a:pt x="7525" y="15050"/>
                          </a:cubicBezTo>
                          <a:cubicBezTo>
                            <a:pt x="3334" y="15050"/>
                            <a:pt x="0" y="11716"/>
                            <a:pt x="0" y="7525"/>
                          </a:cubicBezTo>
                          <a:cubicBezTo>
                            <a:pt x="0" y="3334"/>
                            <a:pt x="3334" y="0"/>
                            <a:pt x="7525" y="0"/>
                          </a:cubicBezTo>
                          <a:cubicBezTo>
                            <a:pt x="11716" y="0"/>
                            <a:pt x="15050" y="3334"/>
                            <a:pt x="15050" y="7525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>
                      <a:noFill/>
                    </a:ln>
                  </p:spPr>
                  <p:txBody>
                    <a:bodyPr spcFirstLastPara="1" wrap="square" lIns="91425" tIns="45700" rIns="91425" bIns="45700" anchor="ctr" anchorCtr="0">
                      <a:noAutofit/>
                    </a:bodyPr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32" name="Google Shape;932;p28"/>
                <p:cNvGrpSpPr/>
                <p:nvPr/>
              </p:nvGrpSpPr>
              <p:grpSpPr>
                <a:xfrm>
                  <a:off x="1161625" y="3903897"/>
                  <a:ext cx="215413" cy="215333"/>
                  <a:chOff x="2288857" y="5187981"/>
                  <a:chExt cx="258413" cy="258317"/>
                </a:xfrm>
              </p:grpSpPr>
              <p:sp>
                <p:nvSpPr>
                  <p:cNvPr id="933" name="Google Shape;933;p28"/>
                  <p:cNvSpPr/>
                  <p:nvPr/>
                </p:nvSpPr>
                <p:spPr>
                  <a:xfrm>
                    <a:off x="2288857" y="5187981"/>
                    <a:ext cx="258413" cy="25831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8413" h="258317" extrusionOk="0">
                        <a:moveTo>
                          <a:pt x="258413" y="129159"/>
                        </a:moveTo>
                        <a:cubicBezTo>
                          <a:pt x="258413" y="159544"/>
                          <a:pt x="247936" y="187452"/>
                          <a:pt x="230410" y="209454"/>
                        </a:cubicBezTo>
                        <a:cubicBezTo>
                          <a:pt x="206692" y="239268"/>
                          <a:pt x="170212" y="258318"/>
                          <a:pt x="129159" y="258318"/>
                        </a:cubicBezTo>
                        <a:cubicBezTo>
                          <a:pt x="88106" y="258318"/>
                          <a:pt x="51625" y="239268"/>
                          <a:pt x="28004" y="209454"/>
                        </a:cubicBezTo>
                        <a:cubicBezTo>
                          <a:pt x="27337" y="208597"/>
                          <a:pt x="26670" y="207740"/>
                          <a:pt x="26003" y="206788"/>
                        </a:cubicBezTo>
                        <a:cubicBezTo>
                          <a:pt x="9716" y="185166"/>
                          <a:pt x="0" y="158305"/>
                          <a:pt x="0" y="129159"/>
                        </a:cubicBezTo>
                        <a:cubicBezTo>
                          <a:pt x="0" y="57817"/>
                          <a:pt x="57817" y="0"/>
                          <a:pt x="129159" y="0"/>
                        </a:cubicBezTo>
                        <a:cubicBezTo>
                          <a:pt x="176784" y="0"/>
                          <a:pt x="218313" y="25717"/>
                          <a:pt x="240697" y="64008"/>
                        </a:cubicBezTo>
                        <a:cubicBezTo>
                          <a:pt x="251936" y="83153"/>
                          <a:pt x="258318" y="105442"/>
                          <a:pt x="258318" y="12915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34" name="Google Shape;934;p28"/>
                  <p:cNvSpPr/>
                  <p:nvPr/>
                </p:nvSpPr>
                <p:spPr>
                  <a:xfrm>
                    <a:off x="2316956" y="5234082"/>
                    <a:ext cx="202501" cy="21221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2501" h="212216" extrusionOk="0">
                        <a:moveTo>
                          <a:pt x="202406" y="163353"/>
                        </a:moveTo>
                        <a:cubicBezTo>
                          <a:pt x="178689" y="193167"/>
                          <a:pt x="142208" y="212217"/>
                          <a:pt x="101155" y="212217"/>
                        </a:cubicBezTo>
                        <a:cubicBezTo>
                          <a:pt x="60103" y="212217"/>
                          <a:pt x="23622" y="193167"/>
                          <a:pt x="0" y="163353"/>
                        </a:cubicBezTo>
                        <a:cubicBezTo>
                          <a:pt x="9525" y="122682"/>
                          <a:pt x="42958" y="91249"/>
                          <a:pt x="84677" y="84582"/>
                        </a:cubicBezTo>
                        <a:cubicBezTo>
                          <a:pt x="68675" y="78010"/>
                          <a:pt x="57341" y="62293"/>
                          <a:pt x="57341" y="43910"/>
                        </a:cubicBezTo>
                        <a:cubicBezTo>
                          <a:pt x="57341" y="19717"/>
                          <a:pt x="76962" y="0"/>
                          <a:pt x="101251" y="0"/>
                        </a:cubicBezTo>
                        <a:cubicBezTo>
                          <a:pt x="125539" y="0"/>
                          <a:pt x="145161" y="19717"/>
                          <a:pt x="145161" y="43910"/>
                        </a:cubicBezTo>
                        <a:cubicBezTo>
                          <a:pt x="145161" y="62293"/>
                          <a:pt x="133826" y="78010"/>
                          <a:pt x="117824" y="84582"/>
                        </a:cubicBezTo>
                        <a:cubicBezTo>
                          <a:pt x="159544" y="91249"/>
                          <a:pt x="192976" y="122682"/>
                          <a:pt x="202501" y="163353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35" name="Google Shape;935;p28"/>
              <p:cNvSpPr/>
              <p:nvPr/>
            </p:nvSpPr>
            <p:spPr>
              <a:xfrm>
                <a:off x="5401558" y="4012919"/>
                <a:ext cx="172878" cy="28080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5527" extrusionOk="0">
                    <a:moveTo>
                      <a:pt x="144399" y="25527"/>
                    </a:moveTo>
                    <a:lnTo>
                      <a:pt x="12764" y="25527"/>
                    </a:lnTo>
                    <a:cubicBezTo>
                      <a:pt x="5715" y="25527"/>
                      <a:pt x="0" y="19812"/>
                      <a:pt x="0" y="12764"/>
                    </a:cubicBezTo>
                    <a:lnTo>
                      <a:pt x="0" y="12764"/>
                    </a:lnTo>
                    <a:cubicBezTo>
                      <a:pt x="0" y="5715"/>
                      <a:pt x="5715" y="0"/>
                      <a:pt x="12764" y="0"/>
                    </a:cubicBezTo>
                    <a:lnTo>
                      <a:pt x="144399" y="0"/>
                    </a:lnTo>
                    <a:cubicBezTo>
                      <a:pt x="151448" y="0"/>
                      <a:pt x="157163" y="5715"/>
                      <a:pt x="157163" y="12764"/>
                    </a:cubicBezTo>
                    <a:lnTo>
                      <a:pt x="157163" y="12764"/>
                    </a:lnTo>
                    <a:cubicBezTo>
                      <a:pt x="157163" y="19812"/>
                      <a:pt x="151448" y="25527"/>
                      <a:pt x="144399" y="255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3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Table du contenu</a:t>
            </a:r>
            <a:endParaRPr dirty="0"/>
          </a:p>
        </p:txBody>
      </p:sp>
      <p:sp>
        <p:nvSpPr>
          <p:cNvPr id="950" name="Google Shape;950;p30"/>
          <p:cNvSpPr txBox="1">
            <a:spLocks noGrp="1"/>
          </p:cNvSpPr>
          <p:nvPr>
            <p:ph type="title" idx="2"/>
          </p:nvPr>
        </p:nvSpPr>
        <p:spPr>
          <a:xfrm>
            <a:off x="1100975" y="12033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951" name="Google Shape;951;p30"/>
          <p:cNvSpPr txBox="1">
            <a:spLocks noGrp="1"/>
          </p:cNvSpPr>
          <p:nvPr>
            <p:ph type="title" idx="3"/>
          </p:nvPr>
        </p:nvSpPr>
        <p:spPr>
          <a:xfrm>
            <a:off x="1100975" y="278920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952" name="Google Shape;952;p30"/>
          <p:cNvSpPr txBox="1">
            <a:spLocks noGrp="1"/>
          </p:cNvSpPr>
          <p:nvPr>
            <p:ph type="title" idx="4"/>
          </p:nvPr>
        </p:nvSpPr>
        <p:spPr>
          <a:xfrm>
            <a:off x="3419250" y="12033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953" name="Google Shape;953;p30"/>
          <p:cNvSpPr txBox="1">
            <a:spLocks noGrp="1"/>
          </p:cNvSpPr>
          <p:nvPr>
            <p:ph type="title" idx="5"/>
          </p:nvPr>
        </p:nvSpPr>
        <p:spPr>
          <a:xfrm>
            <a:off x="3419250" y="278920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</a:t>
            </a:r>
            <a:endParaRPr dirty="0"/>
          </a:p>
        </p:txBody>
      </p:sp>
      <p:sp>
        <p:nvSpPr>
          <p:cNvPr id="954" name="Google Shape;954;p30"/>
          <p:cNvSpPr txBox="1">
            <a:spLocks noGrp="1"/>
          </p:cNvSpPr>
          <p:nvPr>
            <p:ph type="title" idx="6"/>
          </p:nvPr>
        </p:nvSpPr>
        <p:spPr>
          <a:xfrm>
            <a:off x="5737525" y="1203373"/>
            <a:ext cx="734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956" name="Google Shape;956;p30"/>
          <p:cNvSpPr txBox="1">
            <a:spLocks noGrp="1"/>
          </p:cNvSpPr>
          <p:nvPr>
            <p:ph type="subTitle" idx="1"/>
          </p:nvPr>
        </p:nvSpPr>
        <p:spPr>
          <a:xfrm>
            <a:off x="110097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957" name="Google Shape;957;p30"/>
          <p:cNvSpPr txBox="1">
            <a:spLocks noGrp="1"/>
          </p:cNvSpPr>
          <p:nvPr>
            <p:ph type="subTitle" idx="8"/>
          </p:nvPr>
        </p:nvSpPr>
        <p:spPr>
          <a:xfrm>
            <a:off x="3419250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Probleme &amp; solution</a:t>
            </a:r>
            <a:endParaRPr dirty="0"/>
          </a:p>
        </p:txBody>
      </p:sp>
      <p:sp>
        <p:nvSpPr>
          <p:cNvPr id="958" name="Google Shape;958;p30"/>
          <p:cNvSpPr txBox="1">
            <a:spLocks noGrp="1"/>
          </p:cNvSpPr>
          <p:nvPr>
            <p:ph type="subTitle" idx="9"/>
          </p:nvPr>
        </p:nvSpPr>
        <p:spPr>
          <a:xfrm>
            <a:off x="5737525" y="1912475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Spécification</a:t>
            </a:r>
            <a:r>
              <a:rPr lang="en-US" dirty="0"/>
              <a:t> de </a:t>
            </a:r>
            <a:r>
              <a:rPr lang="en-US" dirty="0" err="1"/>
              <a:t>l’algorithme</a:t>
            </a:r>
            <a:endParaRPr dirty="0"/>
          </a:p>
        </p:txBody>
      </p:sp>
      <p:sp>
        <p:nvSpPr>
          <p:cNvPr id="959" name="Google Shape;959;p30"/>
          <p:cNvSpPr txBox="1">
            <a:spLocks noGrp="1"/>
          </p:cNvSpPr>
          <p:nvPr>
            <p:ph type="subTitle" idx="13"/>
          </p:nvPr>
        </p:nvSpPr>
        <p:spPr>
          <a:xfrm>
            <a:off x="1100975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Product demo</a:t>
            </a:r>
            <a:endParaRPr dirty="0"/>
          </a:p>
        </p:txBody>
      </p:sp>
      <p:sp>
        <p:nvSpPr>
          <p:cNvPr id="960" name="Google Shape;960;p30"/>
          <p:cNvSpPr txBox="1">
            <a:spLocks noGrp="1"/>
          </p:cNvSpPr>
          <p:nvPr>
            <p:ph type="subTitle" idx="14"/>
          </p:nvPr>
        </p:nvSpPr>
        <p:spPr>
          <a:xfrm>
            <a:off x="3419250" y="3498350"/>
            <a:ext cx="2305500" cy="7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Sprints restants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/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/>
          <p:cNvSpPr txBox="1">
            <a:spLocks noGrp="1"/>
          </p:cNvSpPr>
          <p:nvPr>
            <p:ph type="title"/>
          </p:nvPr>
        </p:nvSpPr>
        <p:spPr>
          <a:xfrm>
            <a:off x="4047175" y="2571975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1020" name="Google Shape;1020;p32"/>
          <p:cNvSpPr txBox="1">
            <a:spLocks noGrp="1"/>
          </p:cNvSpPr>
          <p:nvPr>
            <p:ph type="title" idx="2"/>
          </p:nvPr>
        </p:nvSpPr>
        <p:spPr>
          <a:xfrm>
            <a:off x="4047175" y="132197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1022" name="Google Shape;1022;p32"/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/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/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/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/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/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/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/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/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/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/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/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/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/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/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/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/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/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/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/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/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/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/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/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/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/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/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/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/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/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/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/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/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/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/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/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/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/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/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/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/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/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/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/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/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/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/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/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/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/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/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/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/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/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/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/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/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/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/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/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/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/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/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/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/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/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/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/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/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/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/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/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9627860-1BFC-0C36-6534-90BC8BD24ED1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1"/>
          <p:cNvSpPr/>
          <p:nvPr/>
        </p:nvSpPr>
        <p:spPr>
          <a:xfrm rot="4500170">
            <a:off x="4600402" y="7400"/>
            <a:ext cx="5575737" cy="4867271"/>
          </a:xfrm>
          <a:custGeom>
            <a:avLst/>
            <a:gdLst/>
            <a:ahLst/>
            <a:cxnLst/>
            <a:rect l="l" t="t" r="r" b="b"/>
            <a:pathLst>
              <a:path w="45721" h="44028" extrusionOk="0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1"/>
          <p:cNvSpPr txBox="1">
            <a:spLocks noGrp="1"/>
          </p:cNvSpPr>
          <p:nvPr>
            <p:ph type="title"/>
          </p:nvPr>
        </p:nvSpPr>
        <p:spPr>
          <a:xfrm>
            <a:off x="209287" y="24250"/>
            <a:ext cx="3267710" cy="127734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I-introduction</a:t>
            </a:r>
            <a:endParaRPr dirty="0"/>
          </a:p>
        </p:txBody>
      </p:sp>
      <p:sp>
        <p:nvSpPr>
          <p:cNvPr id="968" name="Google Shape;968;p31"/>
          <p:cNvSpPr txBox="1">
            <a:spLocks noGrp="1"/>
          </p:cNvSpPr>
          <p:nvPr>
            <p:ph type="subTitle" idx="1"/>
          </p:nvPr>
        </p:nvSpPr>
        <p:spPr>
          <a:xfrm>
            <a:off x="301602" y="1425785"/>
            <a:ext cx="4805173" cy="268481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Le </a:t>
            </a:r>
            <a:r>
              <a:rPr lang="en-US" sz="2000" dirty="0" err="1"/>
              <a:t>domaine</a:t>
            </a:r>
            <a:r>
              <a:rPr lang="en-US" sz="2000" dirty="0"/>
              <a:t> de la recherche des peptides </a:t>
            </a:r>
            <a:r>
              <a:rPr lang="en-US" sz="2000" dirty="0" err="1"/>
              <a:t>connait</a:t>
            </a:r>
            <a:r>
              <a:rPr lang="en-US" sz="2000" dirty="0"/>
              <a:t> un potential </a:t>
            </a:r>
            <a:r>
              <a:rPr lang="en-US" sz="2000" dirty="0" err="1"/>
              <a:t>énorme</a:t>
            </a:r>
            <a:r>
              <a:rPr lang="en-US" sz="2000" dirty="0"/>
              <a:t> grace au </a:t>
            </a:r>
            <a:r>
              <a:rPr lang="en-US" sz="2000" dirty="0" err="1"/>
              <a:t>développement</a:t>
            </a:r>
            <a:r>
              <a:rPr lang="en-US" sz="2000" dirty="0"/>
              <a:t> des technologies </a:t>
            </a:r>
            <a:r>
              <a:rPr lang="en-US" sz="2000" dirty="0" err="1"/>
              <a:t>informatiques</a:t>
            </a:r>
            <a:r>
              <a:rPr lang="en-US" sz="2000" dirty="0"/>
              <a:t>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sz="20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/>
              <a:t>Notre </a:t>
            </a:r>
            <a:r>
              <a:rPr lang="en-US" sz="2000" dirty="0" err="1"/>
              <a:t>projet</a:t>
            </a:r>
            <a:r>
              <a:rPr lang="en-US" sz="2000" dirty="0"/>
              <a:t> aspire de </a:t>
            </a:r>
            <a:r>
              <a:rPr lang="en-US" sz="2000" dirty="0" err="1"/>
              <a:t>concevoir</a:t>
            </a:r>
            <a:r>
              <a:rPr lang="en-US" sz="2000" dirty="0"/>
              <a:t> un </a:t>
            </a:r>
            <a:r>
              <a:rPr lang="en-US" sz="2000" dirty="0" err="1"/>
              <a:t>systéme</a:t>
            </a:r>
            <a:r>
              <a:rPr lang="en-US" sz="2000" dirty="0"/>
              <a:t> capable de </a:t>
            </a:r>
            <a:r>
              <a:rPr lang="en-US" sz="2000" dirty="0" err="1"/>
              <a:t>génerer</a:t>
            </a:r>
            <a:r>
              <a:rPr lang="en-US" sz="2000" dirty="0"/>
              <a:t> des sequences </a:t>
            </a:r>
            <a:r>
              <a:rPr lang="en-US" sz="2000" dirty="0" err="1"/>
              <a:t>peptidiques</a:t>
            </a:r>
            <a:r>
              <a:rPr lang="en-US" sz="2000" dirty="0"/>
              <a:t> à des </a:t>
            </a:r>
            <a:r>
              <a:rPr lang="en-US" sz="2000" dirty="0" err="1"/>
              <a:t>contraintes</a:t>
            </a:r>
            <a:r>
              <a:rPr lang="en-US" sz="2000" dirty="0"/>
              <a:t> </a:t>
            </a:r>
            <a:r>
              <a:rPr lang="en-US" sz="2000" dirty="0" err="1"/>
              <a:t>mathématiques</a:t>
            </a:r>
            <a:r>
              <a:rPr lang="en-US" sz="2000" dirty="0"/>
              <a:t> et </a:t>
            </a:r>
            <a:r>
              <a:rPr lang="en-US" sz="2000" dirty="0" err="1"/>
              <a:t>biologiques</a:t>
            </a:r>
            <a:r>
              <a:rPr lang="en-US" sz="2000" dirty="0"/>
              <a:t> </a:t>
            </a:r>
            <a:endParaRPr sz="2000" dirty="0"/>
          </a:p>
        </p:txBody>
      </p:sp>
      <p:pic>
        <p:nvPicPr>
          <p:cNvPr id="969" name="Google Shape;969;p3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9433" r="37003" b="10007"/>
          <a:stretch/>
        </p:blipFill>
        <p:spPr>
          <a:xfrm>
            <a:off x="5668975" y="1076550"/>
            <a:ext cx="2990400" cy="2990400"/>
          </a:xfrm>
          <a:prstGeom prst="roundRect">
            <a:avLst>
              <a:gd name="adj" fmla="val 16667"/>
            </a:avLst>
          </a:prstGeom>
        </p:spPr>
      </p:pic>
      <p:grpSp>
        <p:nvGrpSpPr>
          <p:cNvPr id="970" name="Google Shape;970;p31"/>
          <p:cNvGrpSpPr/>
          <p:nvPr/>
        </p:nvGrpSpPr>
        <p:grpSpPr>
          <a:xfrm>
            <a:off x="7875610" y="386631"/>
            <a:ext cx="997823" cy="1575369"/>
            <a:chOff x="7230903" y="4040695"/>
            <a:chExt cx="708279" cy="1118235"/>
          </a:xfrm>
        </p:grpSpPr>
        <p:grpSp>
          <p:nvGrpSpPr>
            <p:cNvPr id="971" name="Google Shape;971;p31"/>
            <p:cNvGrpSpPr/>
            <p:nvPr/>
          </p:nvGrpSpPr>
          <p:grpSpPr>
            <a:xfrm>
              <a:off x="7230903" y="4040695"/>
              <a:ext cx="652843" cy="225742"/>
              <a:chOff x="7230903" y="4040695"/>
              <a:chExt cx="652843" cy="225742"/>
            </a:xfrm>
          </p:grpSpPr>
          <p:sp>
            <p:nvSpPr>
              <p:cNvPr id="972" name="Google Shape;972;p31"/>
              <p:cNvSpPr/>
              <p:nvPr/>
            </p:nvSpPr>
            <p:spPr>
              <a:xfrm>
                <a:off x="7230903" y="4040695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73" name="Google Shape;973;p31"/>
              <p:cNvSpPr/>
              <p:nvPr/>
            </p:nvSpPr>
            <p:spPr>
              <a:xfrm>
                <a:off x="7287577" y="4077081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74" name="Google Shape;974;p31"/>
              <p:cNvGrpSpPr/>
              <p:nvPr/>
            </p:nvGrpSpPr>
            <p:grpSpPr>
              <a:xfrm>
                <a:off x="7487126" y="4081367"/>
                <a:ext cx="332041" cy="142684"/>
                <a:chOff x="7487126" y="4081367"/>
                <a:chExt cx="332041" cy="142684"/>
              </a:xfrm>
            </p:grpSpPr>
            <p:sp>
              <p:nvSpPr>
                <p:cNvPr id="975" name="Google Shape;975;p31"/>
                <p:cNvSpPr/>
                <p:nvPr/>
              </p:nvSpPr>
              <p:spPr>
                <a:xfrm>
                  <a:off x="7487126" y="4081367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6" name="Google Shape;976;p31"/>
                <p:cNvSpPr/>
                <p:nvPr/>
              </p:nvSpPr>
              <p:spPr>
                <a:xfrm>
                  <a:off x="7487126" y="4122134"/>
                  <a:ext cx="280320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0320" h="20383" extrusionOk="0">
                      <a:moveTo>
                        <a:pt x="0" y="0"/>
                      </a:moveTo>
                      <a:lnTo>
                        <a:pt x="280321" y="0"/>
                      </a:lnTo>
                      <a:lnTo>
                        <a:pt x="28032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7" name="Google Shape;977;p31"/>
                <p:cNvSpPr/>
                <p:nvPr/>
              </p:nvSpPr>
              <p:spPr>
                <a:xfrm>
                  <a:off x="7487126" y="4162901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8" name="Google Shape;978;p31"/>
                <p:cNvSpPr/>
                <p:nvPr/>
              </p:nvSpPr>
              <p:spPr>
                <a:xfrm>
                  <a:off x="7487126" y="4203668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79" name="Google Shape;979;p31"/>
            <p:cNvGrpSpPr/>
            <p:nvPr/>
          </p:nvGrpSpPr>
          <p:grpSpPr>
            <a:xfrm>
              <a:off x="7230903" y="4338161"/>
              <a:ext cx="652843" cy="225742"/>
              <a:chOff x="7230903" y="4338161"/>
              <a:chExt cx="652843" cy="225742"/>
            </a:xfrm>
          </p:grpSpPr>
          <p:sp>
            <p:nvSpPr>
              <p:cNvPr id="980" name="Google Shape;980;p31"/>
              <p:cNvSpPr/>
              <p:nvPr/>
            </p:nvSpPr>
            <p:spPr>
              <a:xfrm>
                <a:off x="7230903" y="4338161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4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4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81" name="Google Shape;981;p31"/>
              <p:cNvSpPr/>
              <p:nvPr/>
            </p:nvSpPr>
            <p:spPr>
              <a:xfrm>
                <a:off x="7287577" y="4374737"/>
                <a:ext cx="151161" cy="151066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066" extrusionOk="0">
                    <a:moveTo>
                      <a:pt x="75534" y="151066"/>
                    </a:moveTo>
                    <a:lnTo>
                      <a:pt x="75534" y="151066"/>
                    </a:lnTo>
                    <a:cubicBezTo>
                      <a:pt x="33814" y="151066"/>
                      <a:pt x="0" y="117253"/>
                      <a:pt x="0" y="75533"/>
                    </a:cubicBezTo>
                    <a:lnTo>
                      <a:pt x="0" y="75533"/>
                    </a:lnTo>
                    <a:cubicBezTo>
                      <a:pt x="0" y="33814"/>
                      <a:pt x="33814" y="0"/>
                      <a:pt x="75534" y="0"/>
                    </a:cubicBezTo>
                    <a:lnTo>
                      <a:pt x="75534" y="0"/>
                    </a:lnTo>
                    <a:cubicBezTo>
                      <a:pt x="117253" y="0"/>
                      <a:pt x="151162" y="33814"/>
                      <a:pt x="151162" y="75533"/>
                    </a:cubicBezTo>
                    <a:lnTo>
                      <a:pt x="151162" y="75533"/>
                    </a:lnTo>
                    <a:cubicBezTo>
                      <a:pt x="151162" y="117253"/>
                      <a:pt x="117348" y="151066"/>
                      <a:pt x="75534" y="151066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82" name="Google Shape;982;p31"/>
              <p:cNvGrpSpPr/>
              <p:nvPr/>
            </p:nvGrpSpPr>
            <p:grpSpPr>
              <a:xfrm>
                <a:off x="7487126" y="4378833"/>
                <a:ext cx="332041" cy="142684"/>
                <a:chOff x="7487126" y="4378833"/>
                <a:chExt cx="332041" cy="142684"/>
              </a:xfrm>
            </p:grpSpPr>
            <p:sp>
              <p:nvSpPr>
                <p:cNvPr id="983" name="Google Shape;983;p31"/>
                <p:cNvSpPr/>
                <p:nvPr/>
              </p:nvSpPr>
              <p:spPr>
                <a:xfrm>
                  <a:off x="7525512" y="4378833"/>
                  <a:ext cx="29365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3655" h="20383" extrusionOk="0">
                      <a:moveTo>
                        <a:pt x="0" y="0"/>
                      </a:moveTo>
                      <a:lnTo>
                        <a:pt x="293656" y="0"/>
                      </a:lnTo>
                      <a:lnTo>
                        <a:pt x="293656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4" name="Google Shape;984;p31"/>
                <p:cNvSpPr/>
                <p:nvPr/>
              </p:nvSpPr>
              <p:spPr>
                <a:xfrm>
                  <a:off x="7487126" y="4419600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5" name="Google Shape;985;p31"/>
                <p:cNvSpPr/>
                <p:nvPr/>
              </p:nvSpPr>
              <p:spPr>
                <a:xfrm>
                  <a:off x="7563802" y="4460367"/>
                  <a:ext cx="25536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365" h="20383" extrusionOk="0">
                      <a:moveTo>
                        <a:pt x="0" y="0"/>
                      </a:moveTo>
                      <a:lnTo>
                        <a:pt x="255365" y="0"/>
                      </a:lnTo>
                      <a:lnTo>
                        <a:pt x="25536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86" name="Google Shape;986;p31"/>
                <p:cNvSpPr/>
                <p:nvPr/>
              </p:nvSpPr>
              <p:spPr>
                <a:xfrm>
                  <a:off x="7487126" y="4501134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87" name="Google Shape;987;p31"/>
            <p:cNvSpPr/>
            <p:nvPr/>
          </p:nvSpPr>
          <p:spPr>
            <a:xfrm>
              <a:off x="7338250" y="4420804"/>
              <a:ext cx="50734" cy="60632"/>
            </a:xfrm>
            <a:custGeom>
              <a:avLst/>
              <a:gdLst/>
              <a:ahLst/>
              <a:cxnLst/>
              <a:rect l="l" t="t" r="r" b="b"/>
              <a:pathLst>
                <a:path w="50734" h="60632" extrusionOk="0">
                  <a:moveTo>
                    <a:pt x="0" y="4892"/>
                  </a:moveTo>
                  <a:lnTo>
                    <a:pt x="0" y="55851"/>
                  </a:lnTo>
                  <a:cubicBezTo>
                    <a:pt x="0" y="59566"/>
                    <a:pt x="4001" y="61851"/>
                    <a:pt x="7239" y="59947"/>
                  </a:cubicBezTo>
                  <a:lnTo>
                    <a:pt x="48387" y="35562"/>
                  </a:lnTo>
                  <a:cubicBezTo>
                    <a:pt x="51435" y="33753"/>
                    <a:pt x="51531" y="29371"/>
                    <a:pt x="48578" y="27371"/>
                  </a:cubicBezTo>
                  <a:lnTo>
                    <a:pt x="7430" y="796"/>
                  </a:lnTo>
                  <a:cubicBezTo>
                    <a:pt x="4191" y="-1299"/>
                    <a:pt x="0" y="987"/>
                    <a:pt x="0" y="4797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88" name="Google Shape;988;p31"/>
            <p:cNvGrpSpPr/>
            <p:nvPr/>
          </p:nvGrpSpPr>
          <p:grpSpPr>
            <a:xfrm>
              <a:off x="7230903" y="4635722"/>
              <a:ext cx="652843" cy="225742"/>
              <a:chOff x="7230903" y="4635722"/>
              <a:chExt cx="652843" cy="225742"/>
            </a:xfrm>
          </p:grpSpPr>
          <p:sp>
            <p:nvSpPr>
              <p:cNvPr id="989" name="Google Shape;989;p31"/>
              <p:cNvSpPr/>
              <p:nvPr/>
            </p:nvSpPr>
            <p:spPr>
              <a:xfrm>
                <a:off x="7230903" y="4635722"/>
                <a:ext cx="652843" cy="225742"/>
              </a:xfrm>
              <a:custGeom>
                <a:avLst/>
                <a:gdLst/>
                <a:ahLst/>
                <a:cxnLst/>
                <a:rect l="l" t="t" r="r" b="b"/>
                <a:pathLst>
                  <a:path w="652843" h="225742" extrusionOk="0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90" name="Google Shape;990;p31"/>
              <p:cNvSpPr/>
              <p:nvPr/>
            </p:nvSpPr>
            <p:spPr>
              <a:xfrm>
                <a:off x="7287577" y="4672107"/>
                <a:ext cx="151161" cy="151161"/>
              </a:xfrm>
              <a:custGeom>
                <a:avLst/>
                <a:gdLst/>
                <a:ahLst/>
                <a:cxnLst/>
                <a:rect l="l" t="t" r="r" b="b"/>
                <a:pathLst>
                  <a:path w="151161" h="151161" extrusionOk="0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91" name="Google Shape;991;p31"/>
              <p:cNvGrpSpPr/>
              <p:nvPr/>
            </p:nvGrpSpPr>
            <p:grpSpPr>
              <a:xfrm>
                <a:off x="7487126" y="4676394"/>
                <a:ext cx="332041" cy="142684"/>
                <a:chOff x="7487126" y="4676394"/>
                <a:chExt cx="332041" cy="142684"/>
              </a:xfrm>
            </p:grpSpPr>
            <p:sp>
              <p:nvSpPr>
                <p:cNvPr id="992" name="Google Shape;992;p31"/>
                <p:cNvSpPr/>
                <p:nvPr/>
              </p:nvSpPr>
              <p:spPr>
                <a:xfrm>
                  <a:off x="7487126" y="4676394"/>
                  <a:ext cx="332041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2041" h="20383" extrusionOk="0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3" name="Google Shape;993;p31"/>
                <p:cNvSpPr/>
                <p:nvPr/>
              </p:nvSpPr>
              <p:spPr>
                <a:xfrm>
                  <a:off x="7487126" y="4717161"/>
                  <a:ext cx="29032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0322" h="20383" extrusionOk="0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4" name="Google Shape;994;p31"/>
                <p:cNvSpPr/>
                <p:nvPr/>
              </p:nvSpPr>
              <p:spPr>
                <a:xfrm>
                  <a:off x="7487126" y="4757928"/>
                  <a:ext cx="303942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942" h="20383" extrusionOk="0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5" name="Google Shape;995;p31"/>
                <p:cNvSpPr/>
                <p:nvPr/>
              </p:nvSpPr>
              <p:spPr>
                <a:xfrm>
                  <a:off x="7487126" y="4798695"/>
                  <a:ext cx="171545" cy="203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545" h="20383" extrusionOk="0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996" name="Google Shape;996;p31"/>
            <p:cNvGrpSpPr/>
            <p:nvPr/>
          </p:nvGrpSpPr>
          <p:grpSpPr>
            <a:xfrm>
              <a:off x="7230903" y="4933188"/>
              <a:ext cx="652843" cy="225742"/>
              <a:chOff x="7230903" y="4933188"/>
              <a:chExt cx="652843" cy="225742"/>
            </a:xfrm>
          </p:grpSpPr>
          <p:grpSp>
            <p:nvGrpSpPr>
              <p:cNvPr id="997" name="Google Shape;997;p31"/>
              <p:cNvGrpSpPr/>
              <p:nvPr/>
            </p:nvGrpSpPr>
            <p:grpSpPr>
              <a:xfrm>
                <a:off x="7230903" y="4933188"/>
                <a:ext cx="652843" cy="225742"/>
                <a:chOff x="7230903" y="4933188"/>
                <a:chExt cx="652843" cy="225742"/>
              </a:xfrm>
            </p:grpSpPr>
            <p:sp>
              <p:nvSpPr>
                <p:cNvPr id="998" name="Google Shape;998;p31"/>
                <p:cNvSpPr/>
                <p:nvPr/>
              </p:nvSpPr>
              <p:spPr>
                <a:xfrm>
                  <a:off x="7230903" y="4933188"/>
                  <a:ext cx="652843" cy="22574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2843" h="225742" extrusionOk="0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99" name="Google Shape;999;p31"/>
                <p:cNvSpPr/>
                <p:nvPr/>
              </p:nvSpPr>
              <p:spPr>
                <a:xfrm>
                  <a:off x="7287577" y="4969668"/>
                  <a:ext cx="151161" cy="1511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161" h="151161" extrusionOk="0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1000" name="Google Shape;1000;p31"/>
                <p:cNvGrpSpPr/>
                <p:nvPr/>
              </p:nvGrpSpPr>
              <p:grpSpPr>
                <a:xfrm>
                  <a:off x="7487126" y="4973859"/>
                  <a:ext cx="332041" cy="142684"/>
                  <a:chOff x="7487126" y="4973859"/>
                  <a:chExt cx="332041" cy="142684"/>
                </a:xfrm>
              </p:grpSpPr>
              <p:sp>
                <p:nvSpPr>
                  <p:cNvPr id="1001" name="Google Shape;1001;p31"/>
                  <p:cNvSpPr/>
                  <p:nvPr/>
                </p:nvSpPr>
                <p:spPr>
                  <a:xfrm>
                    <a:off x="7506747" y="4973859"/>
                    <a:ext cx="280034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80034" h="20383" extrusionOk="0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2" name="Google Shape;1002;p31"/>
                  <p:cNvSpPr/>
                  <p:nvPr/>
                </p:nvSpPr>
                <p:spPr>
                  <a:xfrm>
                    <a:off x="7487126" y="5014626"/>
                    <a:ext cx="205073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5073" h="20383" extrusionOk="0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3" name="Google Shape;1003;p31"/>
                  <p:cNvSpPr/>
                  <p:nvPr/>
                </p:nvSpPr>
                <p:spPr>
                  <a:xfrm>
                    <a:off x="7487126" y="5055393"/>
                    <a:ext cx="332041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2041" h="20383" extrusionOk="0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4" name="Google Shape;1004;p31"/>
                  <p:cNvSpPr/>
                  <p:nvPr/>
                </p:nvSpPr>
                <p:spPr>
                  <a:xfrm>
                    <a:off x="7487126" y="5096160"/>
                    <a:ext cx="171545" cy="2038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545" h="20383" extrusionOk="0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5" name="Google Shape;1005;p31"/>
              <p:cNvSpPr/>
              <p:nvPr/>
            </p:nvSpPr>
            <p:spPr>
              <a:xfrm>
                <a:off x="7338250" y="5011639"/>
                <a:ext cx="50734" cy="60632"/>
              </a:xfrm>
              <a:custGeom>
                <a:avLst/>
                <a:gdLst/>
                <a:ahLst/>
                <a:cxnLst/>
                <a:rect l="l" t="t" r="r" b="b"/>
                <a:pathLst>
                  <a:path w="50734" h="60632" extrusionOk="0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6" name="Google Shape;1006;p31"/>
            <p:cNvGrpSpPr/>
            <p:nvPr/>
          </p:nvGrpSpPr>
          <p:grpSpPr>
            <a:xfrm>
              <a:off x="7816120" y="4307395"/>
              <a:ext cx="123062" cy="63817"/>
              <a:chOff x="7816120" y="4307395"/>
              <a:chExt cx="123062" cy="63817"/>
            </a:xfrm>
          </p:grpSpPr>
          <p:sp>
            <p:nvSpPr>
              <p:cNvPr id="1007" name="Google Shape;1007;p31"/>
              <p:cNvSpPr/>
              <p:nvPr/>
            </p:nvSpPr>
            <p:spPr>
              <a:xfrm>
                <a:off x="7816120" y="4307395"/>
                <a:ext cx="123062" cy="63817"/>
              </a:xfrm>
              <a:custGeom>
                <a:avLst/>
                <a:gdLst/>
                <a:ahLst/>
                <a:cxnLst/>
                <a:rect l="l" t="t" r="r" b="b"/>
                <a:pathLst>
                  <a:path w="123062" h="63817" extrusionOk="0">
                    <a:moveTo>
                      <a:pt x="61531" y="63818"/>
                    </a:moveTo>
                    <a:cubicBezTo>
                      <a:pt x="86963" y="63818"/>
                      <a:pt x="109442" y="51245"/>
                      <a:pt x="123063" y="31909"/>
                    </a:cubicBezTo>
                    <a:cubicBezTo>
                      <a:pt x="109442" y="12573"/>
                      <a:pt x="86963" y="0"/>
                      <a:pt x="61531" y="0"/>
                    </a:cubicBezTo>
                    <a:cubicBezTo>
                      <a:pt x="36100" y="0"/>
                      <a:pt x="13621" y="12573"/>
                      <a:pt x="0" y="31909"/>
                    </a:cubicBezTo>
                    <a:cubicBezTo>
                      <a:pt x="13621" y="51245"/>
                      <a:pt x="36100" y="63818"/>
                      <a:pt x="61531" y="6381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8" name="Google Shape;1008;p31"/>
              <p:cNvSpPr/>
              <p:nvPr/>
            </p:nvSpPr>
            <p:spPr>
              <a:xfrm>
                <a:off x="7858029" y="4319682"/>
                <a:ext cx="39242" cy="39243"/>
              </a:xfrm>
              <a:custGeom>
                <a:avLst/>
                <a:gdLst/>
                <a:ahLst/>
                <a:cxnLst/>
                <a:rect l="l" t="t" r="r" b="b"/>
                <a:pathLst>
                  <a:path w="39242" h="39243" extrusionOk="0">
                    <a:moveTo>
                      <a:pt x="39243" y="19622"/>
                    </a:moveTo>
                    <a:cubicBezTo>
                      <a:pt x="39243" y="30458"/>
                      <a:pt x="30458" y="39243"/>
                      <a:pt x="19621" y="39243"/>
                    </a:cubicBezTo>
                    <a:cubicBezTo>
                      <a:pt x="8785" y="39243"/>
                      <a:pt x="0" y="30458"/>
                      <a:pt x="0" y="19622"/>
                    </a:cubicBezTo>
                    <a:cubicBezTo>
                      <a:pt x="0" y="8785"/>
                      <a:pt x="8785" y="0"/>
                      <a:pt x="19621" y="0"/>
                    </a:cubicBezTo>
                    <a:cubicBezTo>
                      <a:pt x="30458" y="0"/>
                      <a:pt x="39243" y="8785"/>
                      <a:pt x="39243" y="1962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09" name="Google Shape;1009;p31"/>
            <p:cNvGrpSpPr/>
            <p:nvPr/>
          </p:nvGrpSpPr>
          <p:grpSpPr>
            <a:xfrm>
              <a:off x="7816120" y="4892994"/>
              <a:ext cx="123062" cy="79991"/>
              <a:chOff x="7816120" y="4892994"/>
              <a:chExt cx="123062" cy="79991"/>
            </a:xfrm>
          </p:grpSpPr>
          <p:grpSp>
            <p:nvGrpSpPr>
              <p:cNvPr id="1010" name="Google Shape;1010;p31"/>
              <p:cNvGrpSpPr/>
              <p:nvPr/>
            </p:nvGrpSpPr>
            <p:grpSpPr>
              <a:xfrm>
                <a:off x="7816120" y="4902803"/>
                <a:ext cx="123062" cy="63817"/>
                <a:chOff x="7816120" y="4902803"/>
                <a:chExt cx="123062" cy="63817"/>
              </a:xfrm>
            </p:grpSpPr>
            <p:sp>
              <p:nvSpPr>
                <p:cNvPr id="1011" name="Google Shape;1011;p31"/>
                <p:cNvSpPr/>
                <p:nvPr/>
              </p:nvSpPr>
              <p:spPr>
                <a:xfrm>
                  <a:off x="7816120" y="4902803"/>
                  <a:ext cx="123062" cy="6381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3062" h="63817" extrusionOk="0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12" name="Google Shape;1012;p31"/>
                <p:cNvSpPr/>
                <p:nvPr/>
              </p:nvSpPr>
              <p:spPr>
                <a:xfrm>
                  <a:off x="7858029" y="4915090"/>
                  <a:ext cx="39242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2" h="39243" extrusionOk="0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13" name="Google Shape;1013;p31"/>
              <p:cNvSpPr/>
              <p:nvPr/>
            </p:nvSpPr>
            <p:spPr>
              <a:xfrm rot="-2700000">
                <a:off x="7825456" y="4928129"/>
                <a:ext cx="103403" cy="9720"/>
              </a:xfrm>
              <a:custGeom>
                <a:avLst/>
                <a:gdLst/>
                <a:ahLst/>
                <a:cxnLst/>
                <a:rect l="l" t="t" r="r" b="b"/>
                <a:pathLst>
                  <a:path w="103346" h="9715" extrusionOk="0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"/>
          <p:cNvSpPr txBox="1">
            <a:spLocks noGrp="1"/>
          </p:cNvSpPr>
          <p:nvPr>
            <p:ph type="title"/>
          </p:nvPr>
        </p:nvSpPr>
        <p:spPr>
          <a:xfrm>
            <a:off x="1190847" y="-115856"/>
            <a:ext cx="6953693" cy="139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II-</a:t>
            </a:r>
            <a:r>
              <a:rPr lang="en-US" dirty="0" err="1"/>
              <a:t>Problème</a:t>
            </a:r>
            <a:r>
              <a:rPr lang="en-US" dirty="0"/>
              <a:t> &amp; solution</a:t>
            </a:r>
            <a:endParaRPr dirty="0"/>
          </a:p>
        </p:txBody>
      </p:sp>
      <p:sp>
        <p:nvSpPr>
          <p:cNvPr id="1104" name="Google Shape;1104;p33"/>
          <p:cNvSpPr txBox="1">
            <a:spLocks noGrp="1"/>
          </p:cNvSpPr>
          <p:nvPr>
            <p:ph type="subTitle" idx="1"/>
          </p:nvPr>
        </p:nvSpPr>
        <p:spPr>
          <a:xfrm>
            <a:off x="536944" y="1274644"/>
            <a:ext cx="8070112" cy="20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800" dirty="0"/>
              <a:t>Les peptides/proteins </a:t>
            </a:r>
            <a:r>
              <a:rPr lang="en-US" sz="1800" dirty="0" err="1"/>
              <a:t>jouent</a:t>
            </a:r>
            <a:r>
              <a:rPr lang="en-US" sz="1800" dirty="0"/>
              <a:t> des roles </a:t>
            </a:r>
            <a:r>
              <a:rPr lang="en-US" sz="1800" dirty="0" err="1"/>
              <a:t>crucials</a:t>
            </a:r>
            <a:r>
              <a:rPr lang="en-US" sz="1800" dirty="0"/>
              <a:t> dans </a:t>
            </a:r>
            <a:r>
              <a:rPr lang="en-US" sz="1800" dirty="0" err="1"/>
              <a:t>l’émergence</a:t>
            </a:r>
            <a:r>
              <a:rPr lang="en-US" sz="1800" dirty="0"/>
              <a:t> de la vie, En </a:t>
            </a:r>
            <a:r>
              <a:rPr lang="en-US" sz="1800" dirty="0" err="1"/>
              <a:t>effet</a:t>
            </a:r>
            <a:r>
              <a:rPr lang="en-US" sz="1800" dirty="0"/>
              <a:t> </a:t>
            </a:r>
            <a:r>
              <a:rPr lang="en-US" sz="1800" dirty="0" err="1"/>
              <a:t>ils</a:t>
            </a:r>
            <a:r>
              <a:rPr lang="en-US" sz="1800" dirty="0"/>
              <a:t> </a:t>
            </a:r>
            <a:r>
              <a:rPr lang="en-US" sz="1800" dirty="0" err="1"/>
              <a:t>sont</a:t>
            </a:r>
            <a:r>
              <a:rPr lang="en-US" sz="1800" dirty="0"/>
              <a:t> les </a:t>
            </a:r>
            <a:r>
              <a:rPr lang="fr-FR" sz="1800" dirty="0"/>
              <a:t>composants structuraux et régulateurs de divers processus physiologiques. </a:t>
            </a:r>
          </a:p>
          <a:p>
            <a:pPr marL="0" lvl="0" indent="0">
              <a:buNone/>
            </a:pPr>
            <a:endParaRPr lang="fr-FR" sz="1800" dirty="0"/>
          </a:p>
          <a:p>
            <a:pPr marL="0" lvl="0" indent="0">
              <a:buNone/>
            </a:pPr>
            <a:r>
              <a:rPr lang="fr-FR" sz="1800" dirty="0"/>
              <a:t>Les acides aminées sont les unités structurelles de ces </a:t>
            </a:r>
            <a:r>
              <a:rPr lang="fr-FR" sz="1800" dirty="0" err="1"/>
              <a:t>derniés</a:t>
            </a:r>
            <a:r>
              <a:rPr lang="fr-FR" sz="1800" dirty="0"/>
              <a:t>. </a:t>
            </a:r>
          </a:p>
          <a:p>
            <a:pPr marL="0" lvl="0" indent="0">
              <a:buNone/>
            </a:pPr>
            <a:r>
              <a:rPr lang="fr-FR" sz="1800" dirty="0"/>
              <a:t>Il existe 20 Acides Aminés indispensables à la vie, vu que les peptides sont un enchainements de ces unités, on se trouve face à un </a:t>
            </a:r>
            <a:r>
              <a:rPr lang="fr-FR" sz="1800" b="1" dirty="0" err="1">
                <a:solidFill>
                  <a:schemeClr val="tx2">
                    <a:lumMod val="75000"/>
                  </a:schemeClr>
                </a:solidFill>
              </a:rPr>
              <a:t>probléme</a:t>
            </a:r>
            <a:r>
              <a:rPr lang="fr-FR" sz="1800" b="1" dirty="0">
                <a:solidFill>
                  <a:schemeClr val="tx2">
                    <a:lumMod val="75000"/>
                  </a:schemeClr>
                </a:solidFill>
              </a:rPr>
              <a:t> d’explosion combinatoire</a:t>
            </a:r>
            <a:r>
              <a:rPr lang="fr-FR" sz="1800" dirty="0"/>
              <a:t>: un peptide de longueur 20 a 20^20 combinaisons possibles, un nombre impossible à tout calculer. </a:t>
            </a:r>
          </a:p>
          <a:p>
            <a:pPr marL="0" lvl="0" indent="0">
              <a:buNone/>
            </a:pPr>
            <a:r>
              <a:rPr lang="fr-FR" sz="1800" dirty="0"/>
              <a:t>On propose alors un agent IA classique qui se repose sur une recherche </a:t>
            </a:r>
            <a:r>
              <a:rPr lang="fr-FR" sz="1800" dirty="0" err="1"/>
              <a:t>heuritstique</a:t>
            </a:r>
            <a:r>
              <a:rPr lang="fr-FR" sz="1800" dirty="0"/>
              <a:t> et un algorithme DFS optimisé par divers stratégies: Branch and Bound, </a:t>
            </a:r>
            <a:r>
              <a:rPr lang="fr-FR" sz="1800" dirty="0" err="1"/>
              <a:t>sliding</a:t>
            </a:r>
            <a:r>
              <a:rPr lang="fr-FR" sz="1800" dirty="0"/>
              <a:t> </a:t>
            </a:r>
            <a:r>
              <a:rPr lang="fr-FR" sz="1800" dirty="0" err="1"/>
              <a:t>window</a:t>
            </a:r>
            <a:r>
              <a:rPr lang="fr-FR" sz="1800" dirty="0"/>
              <a:t>, et l’implémentation de l’algorithme de Chou-</a:t>
            </a:r>
            <a:r>
              <a:rPr lang="fr-FR" sz="1800" dirty="0" err="1"/>
              <a:t>Fasman</a:t>
            </a:r>
            <a:r>
              <a:rPr lang="fr-FR" sz="1800" dirty="0"/>
              <a:t> </a:t>
            </a:r>
            <a:endParaRPr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7">
          <a:extLst>
            <a:ext uri="{FF2B5EF4-FFF2-40B4-BE49-F238E27FC236}">
              <a16:creationId xmlns:a16="http://schemas.microsoft.com/office/drawing/2014/main" id="{9840AC8E-7E77-C495-EAC0-B37E37D14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32">
            <a:extLst>
              <a:ext uri="{FF2B5EF4-FFF2-40B4-BE49-F238E27FC236}">
                <a16:creationId xmlns:a16="http://schemas.microsoft.com/office/drawing/2014/main" id="{BA1F6B30-5DC1-2E32-63BD-0688BB3EEBE6}"/>
              </a:ext>
            </a:extLst>
          </p:cNvPr>
          <p:cNvSpPr/>
          <p:nvPr/>
        </p:nvSpPr>
        <p:spPr>
          <a:xfrm rot="-7219687" flipH="1">
            <a:off x="-1095655" y="408466"/>
            <a:ext cx="5219277" cy="4707906"/>
          </a:xfrm>
          <a:custGeom>
            <a:avLst/>
            <a:gdLst/>
            <a:ahLst/>
            <a:cxnLst/>
            <a:rect l="l" t="t" r="r" b="b"/>
            <a:pathLst>
              <a:path w="39315" h="31790" extrusionOk="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32">
            <a:extLst>
              <a:ext uri="{FF2B5EF4-FFF2-40B4-BE49-F238E27FC236}">
                <a16:creationId xmlns:a16="http://schemas.microsoft.com/office/drawing/2014/main" id="{31876240-10ED-C0C5-52EF-2D35C6ED62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33165" y="2166061"/>
            <a:ext cx="4383600" cy="8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La DFS </a:t>
            </a:r>
            <a:r>
              <a:rPr lang="en-US" dirty="0" err="1"/>
              <a:t>optimisée</a:t>
            </a:r>
            <a:endParaRPr dirty="0"/>
          </a:p>
        </p:txBody>
      </p:sp>
      <p:sp>
        <p:nvSpPr>
          <p:cNvPr id="1020" name="Google Shape;1020;p32">
            <a:extLst>
              <a:ext uri="{FF2B5EF4-FFF2-40B4-BE49-F238E27FC236}">
                <a16:creationId xmlns:a16="http://schemas.microsoft.com/office/drawing/2014/main" id="{59C26FCC-9718-237E-A36F-434C4BE04BAB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4047175" y="1329595"/>
            <a:ext cx="12357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1022" name="Google Shape;1022;p32">
            <a:extLst>
              <a:ext uri="{FF2B5EF4-FFF2-40B4-BE49-F238E27FC236}">
                <a16:creationId xmlns:a16="http://schemas.microsoft.com/office/drawing/2014/main" id="{641D8381-5218-D62E-78A0-A70FF192EF1B}"/>
              </a:ext>
            </a:extLst>
          </p:cNvPr>
          <p:cNvGrpSpPr/>
          <p:nvPr/>
        </p:nvGrpSpPr>
        <p:grpSpPr>
          <a:xfrm>
            <a:off x="7441503" y="289852"/>
            <a:ext cx="1366913" cy="1382099"/>
            <a:chOff x="6568493" y="8"/>
            <a:chExt cx="1820608" cy="1840590"/>
          </a:xfrm>
        </p:grpSpPr>
        <p:sp>
          <p:nvSpPr>
            <p:cNvPr id="1023" name="Google Shape;1023;p32">
              <a:extLst>
                <a:ext uri="{FF2B5EF4-FFF2-40B4-BE49-F238E27FC236}">
                  <a16:creationId xmlns:a16="http://schemas.microsoft.com/office/drawing/2014/main" id="{A88C38DD-9895-B2DF-5C35-84B0422028F3}"/>
                </a:ext>
              </a:extLst>
            </p:cNvPr>
            <p:cNvSpPr/>
            <p:nvPr/>
          </p:nvSpPr>
          <p:spPr>
            <a:xfrm>
              <a:off x="6737915" y="169351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4" name="Google Shape;1024;p32">
              <a:extLst>
                <a:ext uri="{FF2B5EF4-FFF2-40B4-BE49-F238E27FC236}">
                  <a16:creationId xmlns:a16="http://schemas.microsoft.com/office/drawing/2014/main" id="{94FDDA78-1E7D-D514-A75F-B488664952A3}"/>
                </a:ext>
              </a:extLst>
            </p:cNvPr>
            <p:cNvSpPr/>
            <p:nvPr/>
          </p:nvSpPr>
          <p:spPr>
            <a:xfrm>
              <a:off x="6653203" y="8"/>
              <a:ext cx="1651185" cy="1671247"/>
            </a:xfrm>
            <a:custGeom>
              <a:avLst/>
              <a:gdLst/>
              <a:ahLst/>
              <a:cxnLst/>
              <a:rect l="l" t="t" r="r" b="b"/>
              <a:pathLst>
                <a:path w="1959864" h="1983676" extrusionOk="0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025" name="Google Shape;1025;p32">
              <a:extLst>
                <a:ext uri="{FF2B5EF4-FFF2-40B4-BE49-F238E27FC236}">
                  <a16:creationId xmlns:a16="http://schemas.microsoft.com/office/drawing/2014/main" id="{AD81BB30-8B64-0016-3774-54A262221CC7}"/>
                </a:ext>
              </a:extLst>
            </p:cNvPr>
            <p:cNvGrpSpPr/>
            <p:nvPr/>
          </p:nvGrpSpPr>
          <p:grpSpPr>
            <a:xfrm>
              <a:off x="6568493" y="84720"/>
              <a:ext cx="1649109" cy="1669065"/>
              <a:chOff x="8921020" y="472154"/>
              <a:chExt cx="1959958" cy="1983676"/>
            </a:xfrm>
          </p:grpSpPr>
          <p:sp>
            <p:nvSpPr>
              <p:cNvPr id="1026" name="Google Shape;1026;p32">
                <a:extLst>
                  <a:ext uri="{FF2B5EF4-FFF2-40B4-BE49-F238E27FC236}">
                    <a16:creationId xmlns:a16="http://schemas.microsoft.com/office/drawing/2014/main" id="{F569090E-0764-BB9B-2630-0228DEEE81AE}"/>
                  </a:ext>
                </a:extLst>
              </p:cNvPr>
              <p:cNvSpPr/>
              <p:nvPr/>
            </p:nvSpPr>
            <p:spPr>
              <a:xfrm>
                <a:off x="8921114" y="472154"/>
                <a:ext cx="1959864" cy="1983676"/>
              </a:xfrm>
              <a:custGeom>
                <a:avLst/>
                <a:gdLst/>
                <a:ahLst/>
                <a:cxnLst/>
                <a:rect l="l" t="t" r="r" b="b"/>
                <a:pathLst>
                  <a:path w="1959864" h="1983676" extrusionOk="0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27" name="Google Shape;1027;p32">
                <a:extLst>
                  <a:ext uri="{FF2B5EF4-FFF2-40B4-BE49-F238E27FC236}">
                    <a16:creationId xmlns:a16="http://schemas.microsoft.com/office/drawing/2014/main" id="{3646C3B5-3B82-9BBD-8E30-EB6362D7403A}"/>
                  </a:ext>
                </a:extLst>
              </p:cNvPr>
              <p:cNvSpPr/>
              <p:nvPr/>
            </p:nvSpPr>
            <p:spPr>
              <a:xfrm>
                <a:off x="8921020" y="472154"/>
                <a:ext cx="1959958" cy="172307"/>
              </a:xfrm>
              <a:custGeom>
                <a:avLst/>
                <a:gdLst/>
                <a:ahLst/>
                <a:cxnLst/>
                <a:rect l="l" t="t" r="r" b="b"/>
                <a:pathLst>
                  <a:path w="1959958" h="172307" extrusionOk="0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6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8" name="Google Shape;1028;p32">
                <a:extLst>
                  <a:ext uri="{FF2B5EF4-FFF2-40B4-BE49-F238E27FC236}">
                    <a16:creationId xmlns:a16="http://schemas.microsoft.com/office/drawing/2014/main" id="{21820636-9CEA-E66F-F7EB-DDE869ABF6AF}"/>
                  </a:ext>
                </a:extLst>
              </p:cNvPr>
              <p:cNvGrpSpPr/>
              <p:nvPr/>
            </p:nvGrpSpPr>
            <p:grpSpPr>
              <a:xfrm>
                <a:off x="9011888" y="537781"/>
                <a:ext cx="255174" cy="64389"/>
                <a:chOff x="9011888" y="537781"/>
                <a:chExt cx="255174" cy="64389"/>
              </a:xfrm>
            </p:grpSpPr>
            <p:sp>
              <p:nvSpPr>
                <p:cNvPr id="1029" name="Google Shape;1029;p32">
                  <a:extLst>
                    <a:ext uri="{FF2B5EF4-FFF2-40B4-BE49-F238E27FC236}">
                      <a16:creationId xmlns:a16="http://schemas.microsoft.com/office/drawing/2014/main" id="{31920115-F900-8164-711A-B1450D5F6443}"/>
                    </a:ext>
                  </a:extLst>
                </p:cNvPr>
                <p:cNvSpPr/>
                <p:nvPr/>
              </p:nvSpPr>
              <p:spPr>
                <a:xfrm>
                  <a:off x="920267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0" name="Google Shape;1030;p32">
                  <a:extLst>
                    <a:ext uri="{FF2B5EF4-FFF2-40B4-BE49-F238E27FC236}">
                      <a16:creationId xmlns:a16="http://schemas.microsoft.com/office/drawing/2014/main" id="{8D4212C4-A50B-623E-4F6B-0C9B3E6A45F2}"/>
                    </a:ext>
                  </a:extLst>
                </p:cNvPr>
                <p:cNvSpPr/>
                <p:nvPr/>
              </p:nvSpPr>
              <p:spPr>
                <a:xfrm>
                  <a:off x="9107233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1" name="Google Shape;1031;p32">
                  <a:extLst>
                    <a:ext uri="{FF2B5EF4-FFF2-40B4-BE49-F238E27FC236}">
                      <a16:creationId xmlns:a16="http://schemas.microsoft.com/office/drawing/2014/main" id="{FF16B1C0-E3E7-BDF2-01F4-225DAE209219}"/>
                    </a:ext>
                  </a:extLst>
                </p:cNvPr>
                <p:cNvSpPr/>
                <p:nvPr/>
              </p:nvSpPr>
              <p:spPr>
                <a:xfrm>
                  <a:off x="9011888" y="537781"/>
                  <a:ext cx="64389" cy="6438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389" h="64389" extrusionOk="0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1032" name="Google Shape;1032;p32">
              <a:extLst>
                <a:ext uri="{FF2B5EF4-FFF2-40B4-BE49-F238E27FC236}">
                  <a16:creationId xmlns:a16="http://schemas.microsoft.com/office/drawing/2014/main" id="{5AEDFE2C-A391-CD6A-A50E-23F3882E694A}"/>
                </a:ext>
              </a:extLst>
            </p:cNvPr>
            <p:cNvGrpSpPr/>
            <p:nvPr/>
          </p:nvGrpSpPr>
          <p:grpSpPr>
            <a:xfrm>
              <a:off x="6795939" y="406335"/>
              <a:ext cx="1194216" cy="1228757"/>
              <a:chOff x="9191339" y="854392"/>
              <a:chExt cx="1419320" cy="1460372"/>
            </a:xfrm>
          </p:grpSpPr>
          <p:grpSp>
            <p:nvGrpSpPr>
              <p:cNvPr id="1033" name="Google Shape;1033;p32">
                <a:extLst>
                  <a:ext uri="{FF2B5EF4-FFF2-40B4-BE49-F238E27FC236}">
                    <a16:creationId xmlns:a16="http://schemas.microsoft.com/office/drawing/2014/main" id="{49D5E303-062B-7AF9-9A34-E7AC6FD8E994}"/>
                  </a:ext>
                </a:extLst>
              </p:cNvPr>
              <p:cNvGrpSpPr/>
              <p:nvPr/>
            </p:nvGrpSpPr>
            <p:grpSpPr>
              <a:xfrm>
                <a:off x="9191339" y="1884045"/>
                <a:ext cx="604932" cy="420243"/>
                <a:chOff x="9191339" y="1884045"/>
                <a:chExt cx="604932" cy="420243"/>
              </a:xfrm>
            </p:grpSpPr>
            <p:sp>
              <p:nvSpPr>
                <p:cNvPr id="1034" name="Google Shape;1034;p32">
                  <a:extLst>
                    <a:ext uri="{FF2B5EF4-FFF2-40B4-BE49-F238E27FC236}">
                      <a16:creationId xmlns:a16="http://schemas.microsoft.com/office/drawing/2014/main" id="{C71A7E6E-BB40-B4B1-B977-28C8E0C35127}"/>
                    </a:ext>
                  </a:extLst>
                </p:cNvPr>
                <p:cNvSpPr/>
                <p:nvPr/>
              </p:nvSpPr>
              <p:spPr>
                <a:xfrm>
                  <a:off x="9191339" y="1884045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5" name="Google Shape;1035;p32">
                  <a:extLst>
                    <a:ext uri="{FF2B5EF4-FFF2-40B4-BE49-F238E27FC236}">
                      <a16:creationId xmlns:a16="http://schemas.microsoft.com/office/drawing/2014/main" id="{59D494D4-A84C-C8F5-EF0F-B7132929FB89}"/>
                    </a:ext>
                  </a:extLst>
                </p:cNvPr>
                <p:cNvSpPr/>
                <p:nvPr/>
              </p:nvSpPr>
              <p:spPr>
                <a:xfrm>
                  <a:off x="9449466" y="1884045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6" name="Google Shape;1036;p32">
                  <a:extLst>
                    <a:ext uri="{FF2B5EF4-FFF2-40B4-BE49-F238E27FC236}">
                      <a16:creationId xmlns:a16="http://schemas.microsoft.com/office/drawing/2014/main" id="{29ED32A3-C45F-C34C-BBDC-C93FF300E19A}"/>
                    </a:ext>
                  </a:extLst>
                </p:cNvPr>
                <p:cNvSpPr/>
                <p:nvPr/>
              </p:nvSpPr>
              <p:spPr>
                <a:xfrm>
                  <a:off x="9651396" y="1884045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7" name="Google Shape;1037;p32">
                  <a:extLst>
                    <a:ext uri="{FF2B5EF4-FFF2-40B4-BE49-F238E27FC236}">
                      <a16:creationId xmlns:a16="http://schemas.microsoft.com/office/drawing/2014/main" id="{E648C25F-3FDC-1F6A-167A-5136CA1C2187}"/>
                    </a:ext>
                  </a:extLst>
                </p:cNvPr>
                <p:cNvSpPr/>
                <p:nvPr/>
              </p:nvSpPr>
              <p:spPr>
                <a:xfrm>
                  <a:off x="9308306" y="2006536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8" name="Google Shape;1038;p32">
                  <a:extLst>
                    <a:ext uri="{FF2B5EF4-FFF2-40B4-BE49-F238E27FC236}">
                      <a16:creationId xmlns:a16="http://schemas.microsoft.com/office/drawing/2014/main" id="{C4310F4D-3B79-DC92-A3BB-DA8D5E644FBD}"/>
                    </a:ext>
                  </a:extLst>
                </p:cNvPr>
                <p:cNvSpPr/>
                <p:nvPr/>
              </p:nvSpPr>
              <p:spPr>
                <a:xfrm>
                  <a:off x="9191339" y="2006536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39" name="Google Shape;1039;p32">
                  <a:extLst>
                    <a:ext uri="{FF2B5EF4-FFF2-40B4-BE49-F238E27FC236}">
                      <a16:creationId xmlns:a16="http://schemas.microsoft.com/office/drawing/2014/main" id="{3869E164-F482-AA5E-85E5-147B994E3B6E}"/>
                    </a:ext>
                  </a:extLst>
                </p:cNvPr>
                <p:cNvSpPr/>
                <p:nvPr/>
              </p:nvSpPr>
              <p:spPr>
                <a:xfrm>
                  <a:off x="9460325" y="2128932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0" name="Google Shape;1040;p32">
                  <a:extLst>
                    <a:ext uri="{FF2B5EF4-FFF2-40B4-BE49-F238E27FC236}">
                      <a16:creationId xmlns:a16="http://schemas.microsoft.com/office/drawing/2014/main" id="{42D3488E-16D1-F9D8-1D84-75CA60259952}"/>
                    </a:ext>
                  </a:extLst>
                </p:cNvPr>
                <p:cNvSpPr/>
                <p:nvPr/>
              </p:nvSpPr>
              <p:spPr>
                <a:xfrm>
                  <a:off x="9713023" y="2128932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1" name="Google Shape;1041;p32">
                  <a:extLst>
                    <a:ext uri="{FF2B5EF4-FFF2-40B4-BE49-F238E27FC236}">
                      <a16:creationId xmlns:a16="http://schemas.microsoft.com/office/drawing/2014/main" id="{278467EB-3341-A571-ADAF-274E3A481E55}"/>
                    </a:ext>
                  </a:extLst>
                </p:cNvPr>
                <p:cNvSpPr/>
                <p:nvPr/>
              </p:nvSpPr>
              <p:spPr>
                <a:xfrm>
                  <a:off x="9191339" y="2128932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2" name="Google Shape;1042;p32">
                  <a:extLst>
                    <a:ext uri="{FF2B5EF4-FFF2-40B4-BE49-F238E27FC236}">
                      <a16:creationId xmlns:a16="http://schemas.microsoft.com/office/drawing/2014/main" id="{9A32FDBD-13E6-E4FC-A2B8-150C82240D5E}"/>
                    </a:ext>
                  </a:extLst>
                </p:cNvPr>
                <p:cNvSpPr/>
                <p:nvPr/>
              </p:nvSpPr>
              <p:spPr>
                <a:xfrm>
                  <a:off x="9365170" y="225132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3" name="Google Shape;1043;p32">
                  <a:extLst>
                    <a:ext uri="{FF2B5EF4-FFF2-40B4-BE49-F238E27FC236}">
                      <a16:creationId xmlns:a16="http://schemas.microsoft.com/office/drawing/2014/main" id="{903AEE8A-9938-BAD7-6F11-FFCA16B9BAC9}"/>
                    </a:ext>
                  </a:extLst>
                </p:cNvPr>
                <p:cNvSpPr/>
                <p:nvPr/>
              </p:nvSpPr>
              <p:spPr>
                <a:xfrm>
                  <a:off x="9191339" y="225132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44" name="Google Shape;1044;p32">
                <a:extLst>
                  <a:ext uri="{FF2B5EF4-FFF2-40B4-BE49-F238E27FC236}">
                    <a16:creationId xmlns:a16="http://schemas.microsoft.com/office/drawing/2014/main" id="{59C0AAF2-12D9-161C-7312-39BB9DF26301}"/>
                  </a:ext>
                </a:extLst>
              </p:cNvPr>
              <p:cNvGrpSpPr/>
              <p:nvPr/>
            </p:nvGrpSpPr>
            <p:grpSpPr>
              <a:xfrm>
                <a:off x="10004774" y="854392"/>
                <a:ext cx="604932" cy="420243"/>
                <a:chOff x="10004774" y="854392"/>
                <a:chExt cx="604932" cy="420243"/>
              </a:xfrm>
            </p:grpSpPr>
            <p:sp>
              <p:nvSpPr>
                <p:cNvPr id="1045" name="Google Shape;1045;p32">
                  <a:extLst>
                    <a:ext uri="{FF2B5EF4-FFF2-40B4-BE49-F238E27FC236}">
                      <a16:creationId xmlns:a16="http://schemas.microsoft.com/office/drawing/2014/main" id="{02986936-EE7F-BF44-CABC-77D2C25FD8C8}"/>
                    </a:ext>
                  </a:extLst>
                </p:cNvPr>
                <p:cNvSpPr/>
                <p:nvPr/>
              </p:nvSpPr>
              <p:spPr>
                <a:xfrm>
                  <a:off x="10004774" y="85439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6" name="Google Shape;1046;p32">
                  <a:extLst>
                    <a:ext uri="{FF2B5EF4-FFF2-40B4-BE49-F238E27FC236}">
                      <a16:creationId xmlns:a16="http://schemas.microsoft.com/office/drawing/2014/main" id="{4101019C-5E6F-F7B8-DA54-32C3B6AB42D8}"/>
                    </a:ext>
                  </a:extLst>
                </p:cNvPr>
                <p:cNvSpPr/>
                <p:nvPr/>
              </p:nvSpPr>
              <p:spPr>
                <a:xfrm>
                  <a:off x="10262901" y="85439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7" name="Google Shape;1047;p32">
                  <a:extLst>
                    <a:ext uri="{FF2B5EF4-FFF2-40B4-BE49-F238E27FC236}">
                      <a16:creationId xmlns:a16="http://schemas.microsoft.com/office/drawing/2014/main" id="{831912B4-A02F-3D2C-5000-4D46C1E2DD2F}"/>
                    </a:ext>
                  </a:extLst>
                </p:cNvPr>
                <p:cNvSpPr/>
                <p:nvPr/>
              </p:nvSpPr>
              <p:spPr>
                <a:xfrm>
                  <a:off x="10464831" y="85439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8" name="Google Shape;1048;p32">
                  <a:extLst>
                    <a:ext uri="{FF2B5EF4-FFF2-40B4-BE49-F238E27FC236}">
                      <a16:creationId xmlns:a16="http://schemas.microsoft.com/office/drawing/2014/main" id="{C1A75222-5DE8-3C48-1659-D8D8F229D12F}"/>
                    </a:ext>
                  </a:extLst>
                </p:cNvPr>
                <p:cNvSpPr/>
                <p:nvPr/>
              </p:nvSpPr>
              <p:spPr>
                <a:xfrm>
                  <a:off x="10121741" y="976788"/>
                  <a:ext cx="48796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7965" h="52959" extrusionOk="0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9" name="Google Shape;1049;p32">
                  <a:extLst>
                    <a:ext uri="{FF2B5EF4-FFF2-40B4-BE49-F238E27FC236}">
                      <a16:creationId xmlns:a16="http://schemas.microsoft.com/office/drawing/2014/main" id="{2D8782ED-8079-BDA2-E7C8-8F4C6F21A102}"/>
                    </a:ext>
                  </a:extLst>
                </p:cNvPr>
                <p:cNvSpPr/>
                <p:nvPr/>
              </p:nvSpPr>
              <p:spPr>
                <a:xfrm>
                  <a:off x="10004774" y="976788"/>
                  <a:ext cx="8963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630" h="52959" extrusionOk="0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0" name="Google Shape;1050;p32">
                  <a:extLst>
                    <a:ext uri="{FF2B5EF4-FFF2-40B4-BE49-F238E27FC236}">
                      <a16:creationId xmlns:a16="http://schemas.microsoft.com/office/drawing/2014/main" id="{766DB5A0-F6EF-EF8A-130C-4CB0A1DD240C}"/>
                    </a:ext>
                  </a:extLst>
                </p:cNvPr>
                <p:cNvSpPr/>
                <p:nvPr/>
              </p:nvSpPr>
              <p:spPr>
                <a:xfrm>
                  <a:off x="10273760" y="1099280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1" name="Google Shape;1051;p32">
                  <a:extLst>
                    <a:ext uri="{FF2B5EF4-FFF2-40B4-BE49-F238E27FC236}">
                      <a16:creationId xmlns:a16="http://schemas.microsoft.com/office/drawing/2014/main" id="{F0F3CC62-9426-4EAE-4021-B62DDE594296}"/>
                    </a:ext>
                  </a:extLst>
                </p:cNvPr>
                <p:cNvSpPr/>
                <p:nvPr/>
              </p:nvSpPr>
              <p:spPr>
                <a:xfrm>
                  <a:off x="10526458" y="1099280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2" name="Google Shape;1052;p32">
                  <a:extLst>
                    <a:ext uri="{FF2B5EF4-FFF2-40B4-BE49-F238E27FC236}">
                      <a16:creationId xmlns:a16="http://schemas.microsoft.com/office/drawing/2014/main" id="{F3A11E3E-F539-21CE-D1E9-959B3F2C8C93}"/>
                    </a:ext>
                  </a:extLst>
                </p:cNvPr>
                <p:cNvSpPr/>
                <p:nvPr/>
              </p:nvSpPr>
              <p:spPr>
                <a:xfrm>
                  <a:off x="10004774" y="1099280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3" name="Google Shape;1053;p32">
                  <a:extLst>
                    <a:ext uri="{FF2B5EF4-FFF2-40B4-BE49-F238E27FC236}">
                      <a16:creationId xmlns:a16="http://schemas.microsoft.com/office/drawing/2014/main" id="{A42C7506-7061-D7B1-4C4D-8277CFB9CFE3}"/>
                    </a:ext>
                  </a:extLst>
                </p:cNvPr>
                <p:cNvSpPr/>
                <p:nvPr/>
              </p:nvSpPr>
              <p:spPr>
                <a:xfrm>
                  <a:off x="10178700" y="1221676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4" name="Google Shape;1054;p32">
                  <a:extLst>
                    <a:ext uri="{FF2B5EF4-FFF2-40B4-BE49-F238E27FC236}">
                      <a16:creationId xmlns:a16="http://schemas.microsoft.com/office/drawing/2014/main" id="{10D1CBFF-7E32-C808-F067-3343250433FD}"/>
                    </a:ext>
                  </a:extLst>
                </p:cNvPr>
                <p:cNvSpPr/>
                <p:nvPr/>
              </p:nvSpPr>
              <p:spPr>
                <a:xfrm>
                  <a:off x="10004774" y="1221676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55" name="Google Shape;1055;p32">
                <a:extLst>
                  <a:ext uri="{FF2B5EF4-FFF2-40B4-BE49-F238E27FC236}">
                    <a16:creationId xmlns:a16="http://schemas.microsoft.com/office/drawing/2014/main" id="{03F67CE6-6F9F-EBF7-89DD-8EF8AF1FD811}"/>
                  </a:ext>
                </a:extLst>
              </p:cNvPr>
              <p:cNvGrpSpPr/>
              <p:nvPr/>
            </p:nvGrpSpPr>
            <p:grpSpPr>
              <a:xfrm>
                <a:off x="10004774" y="1374362"/>
                <a:ext cx="604932" cy="303466"/>
                <a:chOff x="10004774" y="1374362"/>
                <a:chExt cx="604932" cy="303466"/>
              </a:xfrm>
            </p:grpSpPr>
            <p:sp>
              <p:nvSpPr>
                <p:cNvPr id="1056" name="Google Shape;1056;p32">
                  <a:extLst>
                    <a:ext uri="{FF2B5EF4-FFF2-40B4-BE49-F238E27FC236}">
                      <a16:creationId xmlns:a16="http://schemas.microsoft.com/office/drawing/2014/main" id="{40241422-760E-58C7-E48C-015BAF98C356}"/>
                    </a:ext>
                  </a:extLst>
                </p:cNvPr>
                <p:cNvSpPr/>
                <p:nvPr/>
              </p:nvSpPr>
              <p:spPr>
                <a:xfrm>
                  <a:off x="10004774" y="1374362"/>
                  <a:ext cx="2370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7077" h="52959" extrusionOk="0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7" name="Google Shape;1057;p32">
                  <a:extLst>
                    <a:ext uri="{FF2B5EF4-FFF2-40B4-BE49-F238E27FC236}">
                      <a16:creationId xmlns:a16="http://schemas.microsoft.com/office/drawing/2014/main" id="{01DE075D-F236-8E0B-8ECF-0D43EE823216}"/>
                    </a:ext>
                  </a:extLst>
                </p:cNvPr>
                <p:cNvSpPr/>
                <p:nvPr/>
              </p:nvSpPr>
              <p:spPr>
                <a:xfrm>
                  <a:off x="10262901" y="1374362"/>
                  <a:ext cx="18249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2498" h="52959" extrusionOk="0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8" name="Google Shape;1058;p32">
                  <a:extLst>
                    <a:ext uri="{FF2B5EF4-FFF2-40B4-BE49-F238E27FC236}">
                      <a16:creationId xmlns:a16="http://schemas.microsoft.com/office/drawing/2014/main" id="{D350D15C-324E-7BC9-ED5E-FF9366D1FA42}"/>
                    </a:ext>
                  </a:extLst>
                </p:cNvPr>
                <p:cNvSpPr/>
                <p:nvPr/>
              </p:nvSpPr>
              <p:spPr>
                <a:xfrm>
                  <a:off x="10464831" y="1374362"/>
                  <a:ext cx="14487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4875" h="52959" extrusionOk="0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9" name="Google Shape;1059;p32">
                  <a:extLst>
                    <a:ext uri="{FF2B5EF4-FFF2-40B4-BE49-F238E27FC236}">
                      <a16:creationId xmlns:a16="http://schemas.microsoft.com/office/drawing/2014/main" id="{DE924ADB-BB79-01BB-9347-0BAAC3619A1C}"/>
                    </a:ext>
                  </a:extLst>
                </p:cNvPr>
                <p:cNvSpPr/>
                <p:nvPr/>
              </p:nvSpPr>
              <p:spPr>
                <a:xfrm>
                  <a:off x="10273760" y="1502378"/>
                  <a:ext cx="230790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0790" h="52959" extrusionOk="0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0" name="Google Shape;1060;p32">
                  <a:extLst>
                    <a:ext uri="{FF2B5EF4-FFF2-40B4-BE49-F238E27FC236}">
                      <a16:creationId xmlns:a16="http://schemas.microsoft.com/office/drawing/2014/main" id="{372B88B1-EB9B-170E-BA3A-90A0814F6DF9}"/>
                    </a:ext>
                  </a:extLst>
                </p:cNvPr>
                <p:cNvSpPr/>
                <p:nvPr/>
              </p:nvSpPr>
              <p:spPr>
                <a:xfrm>
                  <a:off x="10526458" y="1502378"/>
                  <a:ext cx="83248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3248" h="52959" extrusionOk="0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1" name="Google Shape;1061;p32">
                  <a:extLst>
                    <a:ext uri="{FF2B5EF4-FFF2-40B4-BE49-F238E27FC236}">
                      <a16:creationId xmlns:a16="http://schemas.microsoft.com/office/drawing/2014/main" id="{4C0D520E-E83F-B421-1F70-A80B8551E276}"/>
                    </a:ext>
                  </a:extLst>
                </p:cNvPr>
                <p:cNvSpPr/>
                <p:nvPr/>
              </p:nvSpPr>
              <p:spPr>
                <a:xfrm>
                  <a:off x="10004774" y="1502378"/>
                  <a:ext cx="247935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7935" h="52959" extrusionOk="0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2" name="Google Shape;1062;p32">
                  <a:extLst>
                    <a:ext uri="{FF2B5EF4-FFF2-40B4-BE49-F238E27FC236}">
                      <a16:creationId xmlns:a16="http://schemas.microsoft.com/office/drawing/2014/main" id="{A0C4536F-D573-F2B8-EC9B-7336F836D2D1}"/>
                    </a:ext>
                  </a:extLst>
                </p:cNvPr>
                <p:cNvSpPr/>
                <p:nvPr/>
              </p:nvSpPr>
              <p:spPr>
                <a:xfrm>
                  <a:off x="10178700" y="1624869"/>
                  <a:ext cx="200977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977" h="52959" extrusionOk="0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3" name="Google Shape;1063;p32">
                  <a:extLst>
                    <a:ext uri="{FF2B5EF4-FFF2-40B4-BE49-F238E27FC236}">
                      <a16:creationId xmlns:a16="http://schemas.microsoft.com/office/drawing/2014/main" id="{F0E7A10E-66BF-7671-D32C-AC898D79C032}"/>
                    </a:ext>
                  </a:extLst>
                </p:cNvPr>
                <p:cNvSpPr/>
                <p:nvPr/>
              </p:nvSpPr>
              <p:spPr>
                <a:xfrm>
                  <a:off x="10004774" y="1624869"/>
                  <a:ext cx="151256" cy="529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1256" h="52959" extrusionOk="0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064" name="Google Shape;1064;p32">
                <a:extLst>
                  <a:ext uri="{FF2B5EF4-FFF2-40B4-BE49-F238E27FC236}">
                    <a16:creationId xmlns:a16="http://schemas.microsoft.com/office/drawing/2014/main" id="{065C7D71-3EFB-5E91-004E-02B4F2A88D81}"/>
                  </a:ext>
                </a:extLst>
              </p:cNvPr>
              <p:cNvSpPr/>
              <p:nvPr/>
            </p:nvSpPr>
            <p:spPr>
              <a:xfrm>
                <a:off x="10004774" y="1875948"/>
                <a:ext cx="605885" cy="438816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438816" extrusionOk="0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5" name="Google Shape;1065;p32">
                <a:extLst>
                  <a:ext uri="{FF2B5EF4-FFF2-40B4-BE49-F238E27FC236}">
                    <a16:creationId xmlns:a16="http://schemas.microsoft.com/office/drawing/2014/main" id="{5BC1F96A-84DE-55DF-7E4A-243512714253}"/>
                  </a:ext>
                </a:extLst>
              </p:cNvPr>
              <p:cNvSpPr/>
              <p:nvPr/>
            </p:nvSpPr>
            <p:spPr>
              <a:xfrm>
                <a:off x="9191339" y="860202"/>
                <a:ext cx="605885" cy="815149"/>
              </a:xfrm>
              <a:custGeom>
                <a:avLst/>
                <a:gdLst/>
                <a:ahLst/>
                <a:cxnLst/>
                <a:rect l="l" t="t" r="r" b="b"/>
                <a:pathLst>
                  <a:path w="605885" h="815149" extrusionOk="0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66" name="Google Shape;1066;p32">
              <a:extLst>
                <a:ext uri="{FF2B5EF4-FFF2-40B4-BE49-F238E27FC236}">
                  <a16:creationId xmlns:a16="http://schemas.microsoft.com/office/drawing/2014/main" id="{63C1C00E-DC3D-3FF1-0D45-864F14A9F382}"/>
                </a:ext>
              </a:extLst>
            </p:cNvPr>
            <p:cNvGrpSpPr/>
            <p:nvPr/>
          </p:nvGrpSpPr>
          <p:grpSpPr>
            <a:xfrm>
              <a:off x="6717319" y="354723"/>
              <a:ext cx="656533" cy="799751"/>
              <a:chOff x="9097899" y="793051"/>
              <a:chExt cx="780287" cy="950500"/>
            </a:xfrm>
          </p:grpSpPr>
          <p:grpSp>
            <p:nvGrpSpPr>
              <p:cNvPr id="1067" name="Google Shape;1067;p32">
                <a:extLst>
                  <a:ext uri="{FF2B5EF4-FFF2-40B4-BE49-F238E27FC236}">
                    <a16:creationId xmlns:a16="http://schemas.microsoft.com/office/drawing/2014/main" id="{83726544-BE88-1140-CAB7-27E3695C47DB}"/>
                  </a:ext>
                </a:extLst>
              </p:cNvPr>
              <p:cNvGrpSpPr/>
              <p:nvPr/>
            </p:nvGrpSpPr>
            <p:grpSpPr>
              <a:xfrm>
                <a:off x="9118758" y="814006"/>
                <a:ext cx="747999" cy="918020"/>
                <a:chOff x="9118758" y="814006"/>
                <a:chExt cx="747999" cy="918020"/>
              </a:xfrm>
            </p:grpSpPr>
            <p:sp>
              <p:nvSpPr>
                <p:cNvPr id="1068" name="Google Shape;1068;p32">
                  <a:extLst>
                    <a:ext uri="{FF2B5EF4-FFF2-40B4-BE49-F238E27FC236}">
                      <a16:creationId xmlns:a16="http://schemas.microsoft.com/office/drawing/2014/main" id="{0BE07C1F-3216-84AF-13D2-97C404D15642}"/>
                    </a:ext>
                  </a:extLst>
                </p:cNvPr>
                <p:cNvSpPr/>
                <p:nvPr/>
              </p:nvSpPr>
              <p:spPr>
                <a:xfrm>
                  <a:off x="9131522" y="1722501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9" name="Google Shape;1069;p32">
                  <a:extLst>
                    <a:ext uri="{FF2B5EF4-FFF2-40B4-BE49-F238E27FC236}">
                      <a16:creationId xmlns:a16="http://schemas.microsoft.com/office/drawing/2014/main" id="{142ACFA7-884B-A75A-2C97-00175DDC4B96}"/>
                    </a:ext>
                  </a:extLst>
                </p:cNvPr>
                <p:cNvSpPr/>
                <p:nvPr/>
              </p:nvSpPr>
              <p:spPr>
                <a:xfrm>
                  <a:off x="9118758" y="826579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0" name="Google Shape;1070;p32">
                  <a:extLst>
                    <a:ext uri="{FF2B5EF4-FFF2-40B4-BE49-F238E27FC236}">
                      <a16:creationId xmlns:a16="http://schemas.microsoft.com/office/drawing/2014/main" id="{3B7D1F48-5F81-7FC0-F9AC-DECFAE994FF2}"/>
                    </a:ext>
                  </a:extLst>
                </p:cNvPr>
                <p:cNvSpPr/>
                <p:nvPr/>
              </p:nvSpPr>
              <p:spPr>
                <a:xfrm>
                  <a:off x="9144285" y="814006"/>
                  <a:ext cx="700277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0277" h="9525" extrusionOk="0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1" name="Google Shape;1071;p32">
                  <a:extLst>
                    <a:ext uri="{FF2B5EF4-FFF2-40B4-BE49-F238E27FC236}">
                      <a16:creationId xmlns:a16="http://schemas.microsoft.com/office/drawing/2014/main" id="{44242FCC-4444-4A20-53AD-E020B67FFB65}"/>
                    </a:ext>
                  </a:extLst>
                </p:cNvPr>
                <p:cNvSpPr/>
                <p:nvPr/>
              </p:nvSpPr>
              <p:spPr>
                <a:xfrm>
                  <a:off x="9857232" y="839247"/>
                  <a:ext cx="9525" cy="8706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25" h="870680" extrusionOk="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 cmpd="sng">
                  <a:solidFill>
                    <a:schemeClr val="dk1"/>
                  </a:solidFill>
                  <a:prstDash val="dashDot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072" name="Google Shape;1072;p32">
                <a:extLst>
                  <a:ext uri="{FF2B5EF4-FFF2-40B4-BE49-F238E27FC236}">
                    <a16:creationId xmlns:a16="http://schemas.microsoft.com/office/drawing/2014/main" id="{E492CD35-2D6D-88CE-EEE9-1DA566961A25}"/>
                  </a:ext>
                </a:extLst>
              </p:cNvPr>
              <p:cNvGrpSpPr/>
              <p:nvPr/>
            </p:nvGrpSpPr>
            <p:grpSpPr>
              <a:xfrm>
                <a:off x="9097899" y="793051"/>
                <a:ext cx="780287" cy="950500"/>
                <a:chOff x="9097899" y="793051"/>
                <a:chExt cx="780287" cy="950500"/>
              </a:xfrm>
            </p:grpSpPr>
            <p:grpSp>
              <p:nvGrpSpPr>
                <p:cNvPr id="1073" name="Google Shape;1073;p32">
                  <a:extLst>
                    <a:ext uri="{FF2B5EF4-FFF2-40B4-BE49-F238E27FC236}">
                      <a16:creationId xmlns:a16="http://schemas.microsoft.com/office/drawing/2014/main" id="{BF187658-7AE2-F484-41E7-9294ACC5D281}"/>
                    </a:ext>
                  </a:extLst>
                </p:cNvPr>
                <p:cNvGrpSpPr/>
                <p:nvPr/>
              </p:nvGrpSpPr>
              <p:grpSpPr>
                <a:xfrm>
                  <a:off x="9097899" y="793051"/>
                  <a:ext cx="780287" cy="41909"/>
                  <a:chOff x="9097899" y="793051"/>
                  <a:chExt cx="780287" cy="41909"/>
                </a:xfrm>
              </p:grpSpPr>
              <p:sp>
                <p:nvSpPr>
                  <p:cNvPr id="1074" name="Google Shape;1074;p32">
                    <a:extLst>
                      <a:ext uri="{FF2B5EF4-FFF2-40B4-BE49-F238E27FC236}">
                        <a16:creationId xmlns:a16="http://schemas.microsoft.com/office/drawing/2014/main" id="{1ED8F56B-7506-30BA-1084-F36E26DEE4F0}"/>
                      </a:ext>
                    </a:extLst>
                  </p:cNvPr>
                  <p:cNvSpPr/>
                  <p:nvPr/>
                </p:nvSpPr>
                <p:spPr>
                  <a:xfrm>
                    <a:off x="9097899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5" name="Google Shape;1075;p32">
                    <a:extLst>
                      <a:ext uri="{FF2B5EF4-FFF2-40B4-BE49-F238E27FC236}">
                        <a16:creationId xmlns:a16="http://schemas.microsoft.com/office/drawing/2014/main" id="{F4AE43C2-9EC7-03D4-155F-2108B6F22FD4}"/>
                      </a:ext>
                    </a:extLst>
                  </p:cNvPr>
                  <p:cNvSpPr/>
                  <p:nvPr/>
                </p:nvSpPr>
                <p:spPr>
                  <a:xfrm>
                    <a:off x="9467088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6" name="Google Shape;1076;p32">
                    <a:extLst>
                      <a:ext uri="{FF2B5EF4-FFF2-40B4-BE49-F238E27FC236}">
                        <a16:creationId xmlns:a16="http://schemas.microsoft.com/office/drawing/2014/main" id="{4136E937-944E-B815-5C1E-64CD74C961A1}"/>
                      </a:ext>
                    </a:extLst>
                  </p:cNvPr>
                  <p:cNvSpPr/>
                  <p:nvPr/>
                </p:nvSpPr>
                <p:spPr>
                  <a:xfrm>
                    <a:off x="9836277" y="793051"/>
                    <a:ext cx="41909" cy="419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09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77" name="Google Shape;1077;p32">
                  <a:extLst>
                    <a:ext uri="{FF2B5EF4-FFF2-40B4-BE49-F238E27FC236}">
                      <a16:creationId xmlns:a16="http://schemas.microsoft.com/office/drawing/2014/main" id="{AEF9EB57-6DF4-1526-9123-DBE14FEFD6F1}"/>
                    </a:ext>
                  </a:extLst>
                </p:cNvPr>
                <p:cNvGrpSpPr/>
                <p:nvPr/>
              </p:nvGrpSpPr>
              <p:grpSpPr>
                <a:xfrm>
                  <a:off x="9097899" y="1247298"/>
                  <a:ext cx="780287" cy="41910"/>
                  <a:chOff x="9097899" y="1247298"/>
                  <a:chExt cx="780287" cy="41910"/>
                </a:xfrm>
              </p:grpSpPr>
              <p:sp>
                <p:nvSpPr>
                  <p:cNvPr id="1078" name="Google Shape;1078;p32">
                    <a:extLst>
                      <a:ext uri="{FF2B5EF4-FFF2-40B4-BE49-F238E27FC236}">
                        <a16:creationId xmlns:a16="http://schemas.microsoft.com/office/drawing/2014/main" id="{A3473E0B-0FE8-D04B-7B51-3ACFCBFADF53}"/>
                      </a:ext>
                    </a:extLst>
                  </p:cNvPr>
                  <p:cNvSpPr/>
                  <p:nvPr/>
                </p:nvSpPr>
                <p:spPr>
                  <a:xfrm>
                    <a:off x="9097899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79" name="Google Shape;1079;p32">
                    <a:extLst>
                      <a:ext uri="{FF2B5EF4-FFF2-40B4-BE49-F238E27FC236}">
                        <a16:creationId xmlns:a16="http://schemas.microsoft.com/office/drawing/2014/main" id="{F299BD1C-F04F-7FED-9009-A222D6616DA2}"/>
                      </a:ext>
                    </a:extLst>
                  </p:cNvPr>
                  <p:cNvSpPr/>
                  <p:nvPr/>
                </p:nvSpPr>
                <p:spPr>
                  <a:xfrm>
                    <a:off x="9836277" y="1247298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80" name="Google Shape;1080;p32">
                  <a:extLst>
                    <a:ext uri="{FF2B5EF4-FFF2-40B4-BE49-F238E27FC236}">
                      <a16:creationId xmlns:a16="http://schemas.microsoft.com/office/drawing/2014/main" id="{C19C4727-FB2F-EF16-8709-23C17E538B80}"/>
                    </a:ext>
                  </a:extLst>
                </p:cNvPr>
                <p:cNvGrpSpPr/>
                <p:nvPr/>
              </p:nvGrpSpPr>
              <p:grpSpPr>
                <a:xfrm>
                  <a:off x="9097899" y="1701641"/>
                  <a:ext cx="780287" cy="41910"/>
                  <a:chOff x="9097899" y="1701641"/>
                  <a:chExt cx="780287" cy="41910"/>
                </a:xfrm>
              </p:grpSpPr>
              <p:sp>
                <p:nvSpPr>
                  <p:cNvPr id="1081" name="Google Shape;1081;p32">
                    <a:extLst>
                      <a:ext uri="{FF2B5EF4-FFF2-40B4-BE49-F238E27FC236}">
                        <a16:creationId xmlns:a16="http://schemas.microsoft.com/office/drawing/2014/main" id="{EC2B2C50-831D-0DD1-E969-07F20087EE29}"/>
                      </a:ext>
                    </a:extLst>
                  </p:cNvPr>
                  <p:cNvSpPr/>
                  <p:nvPr/>
                </p:nvSpPr>
                <p:spPr>
                  <a:xfrm>
                    <a:off x="9097899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2" name="Google Shape;1082;p32">
                    <a:extLst>
                      <a:ext uri="{FF2B5EF4-FFF2-40B4-BE49-F238E27FC236}">
                        <a16:creationId xmlns:a16="http://schemas.microsoft.com/office/drawing/2014/main" id="{1B5224CD-C0C3-DA16-E3BF-207A6B312E3A}"/>
                      </a:ext>
                    </a:extLst>
                  </p:cNvPr>
                  <p:cNvSpPr/>
                  <p:nvPr/>
                </p:nvSpPr>
                <p:spPr>
                  <a:xfrm>
                    <a:off x="9467088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3" name="Google Shape;1083;p32">
                    <a:extLst>
                      <a:ext uri="{FF2B5EF4-FFF2-40B4-BE49-F238E27FC236}">
                        <a16:creationId xmlns:a16="http://schemas.microsoft.com/office/drawing/2014/main" id="{995EA004-31C0-9512-0708-47FB9D9C25D9}"/>
                      </a:ext>
                    </a:extLst>
                  </p:cNvPr>
                  <p:cNvSpPr/>
                  <p:nvPr/>
                </p:nvSpPr>
                <p:spPr>
                  <a:xfrm>
                    <a:off x="9836277" y="1701641"/>
                    <a:ext cx="41909" cy="4191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1909" h="41910" extrusionOk="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grpSp>
          <p:nvGrpSpPr>
            <p:cNvPr id="1084" name="Google Shape;1084;p32">
              <a:extLst>
                <a:ext uri="{FF2B5EF4-FFF2-40B4-BE49-F238E27FC236}">
                  <a16:creationId xmlns:a16="http://schemas.microsoft.com/office/drawing/2014/main" id="{08E7F307-A150-A3B8-3CF0-F300671FAEA3}"/>
                </a:ext>
              </a:extLst>
            </p:cNvPr>
            <p:cNvGrpSpPr/>
            <p:nvPr/>
          </p:nvGrpSpPr>
          <p:grpSpPr>
            <a:xfrm>
              <a:off x="7074117" y="956519"/>
              <a:ext cx="215826" cy="125825"/>
              <a:chOff x="9521952" y="1508283"/>
              <a:chExt cx="256508" cy="149542"/>
            </a:xfrm>
          </p:grpSpPr>
          <p:sp>
            <p:nvSpPr>
              <p:cNvPr id="1085" name="Google Shape;1085;p32">
                <a:extLst>
                  <a:ext uri="{FF2B5EF4-FFF2-40B4-BE49-F238E27FC236}">
                    <a16:creationId xmlns:a16="http://schemas.microsoft.com/office/drawing/2014/main" id="{D96E1B10-7E6C-9E0D-08B7-35A1014A10B0}"/>
                  </a:ext>
                </a:extLst>
              </p:cNvPr>
              <p:cNvSpPr/>
              <p:nvPr/>
            </p:nvSpPr>
            <p:spPr>
              <a:xfrm>
                <a:off x="9521952" y="1508283"/>
                <a:ext cx="256508" cy="149542"/>
              </a:xfrm>
              <a:custGeom>
                <a:avLst/>
                <a:gdLst/>
                <a:ahLst/>
                <a:cxnLst/>
                <a:rect l="l" t="t" r="r" b="b"/>
                <a:pathLst>
                  <a:path w="256508" h="149542" extrusionOk="0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86" name="Google Shape;1086;p32">
                <a:extLst>
                  <a:ext uri="{FF2B5EF4-FFF2-40B4-BE49-F238E27FC236}">
                    <a16:creationId xmlns:a16="http://schemas.microsoft.com/office/drawing/2014/main" id="{80EFBFA6-2AF2-AF4E-BE34-AD51B311BD90}"/>
                  </a:ext>
                </a:extLst>
              </p:cNvPr>
              <p:cNvGrpSpPr/>
              <p:nvPr/>
            </p:nvGrpSpPr>
            <p:grpSpPr>
              <a:xfrm>
                <a:off x="9556578" y="1534618"/>
                <a:ext cx="183763" cy="98921"/>
                <a:chOff x="9556578" y="1534618"/>
                <a:chExt cx="183763" cy="98921"/>
              </a:xfrm>
            </p:grpSpPr>
            <p:grpSp>
              <p:nvGrpSpPr>
                <p:cNvPr id="1087" name="Google Shape;1087;p32">
                  <a:extLst>
                    <a:ext uri="{FF2B5EF4-FFF2-40B4-BE49-F238E27FC236}">
                      <a16:creationId xmlns:a16="http://schemas.microsoft.com/office/drawing/2014/main" id="{3A5A2656-A541-406B-EA6C-E83DAD83AF3A}"/>
                    </a:ext>
                  </a:extLst>
                </p:cNvPr>
                <p:cNvGrpSpPr/>
                <p:nvPr/>
              </p:nvGrpSpPr>
              <p:grpSpPr>
                <a:xfrm>
                  <a:off x="9645396" y="1536115"/>
                  <a:ext cx="94945" cy="94946"/>
                  <a:chOff x="9645396" y="1536115"/>
                  <a:chExt cx="94945" cy="94946"/>
                </a:xfrm>
              </p:grpSpPr>
              <p:sp>
                <p:nvSpPr>
                  <p:cNvPr id="1088" name="Google Shape;1088;p32">
                    <a:extLst>
                      <a:ext uri="{FF2B5EF4-FFF2-40B4-BE49-F238E27FC236}">
                        <a16:creationId xmlns:a16="http://schemas.microsoft.com/office/drawing/2014/main" id="{97F46C51-D53A-3D4F-8121-438D1DF2FCAD}"/>
                      </a:ext>
                    </a:extLst>
                  </p:cNvPr>
                  <p:cNvSpPr/>
                  <p:nvPr/>
                </p:nvSpPr>
                <p:spPr>
                  <a:xfrm>
                    <a:off x="9645396" y="1588389"/>
                    <a:ext cx="42671" cy="4267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2671" h="42672" extrusionOk="0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89" name="Google Shape;1089;p32">
                    <a:extLst>
                      <a:ext uri="{FF2B5EF4-FFF2-40B4-BE49-F238E27FC236}">
                        <a16:creationId xmlns:a16="http://schemas.microsoft.com/office/drawing/2014/main" id="{7A79DD8C-B48F-BA5D-D3D7-820747543C58}"/>
                      </a:ext>
                    </a:extLst>
                  </p:cNvPr>
                  <p:cNvSpPr/>
                  <p:nvPr/>
                </p:nvSpPr>
                <p:spPr>
                  <a:xfrm>
                    <a:off x="9674923" y="1536115"/>
                    <a:ext cx="65418" cy="654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5418" h="65418" extrusionOk="0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090" name="Google Shape;1090;p32">
                  <a:extLst>
                    <a:ext uri="{FF2B5EF4-FFF2-40B4-BE49-F238E27FC236}">
                      <a16:creationId xmlns:a16="http://schemas.microsoft.com/office/drawing/2014/main" id="{F370B59F-C737-8390-00E7-04ACBB200122}"/>
                    </a:ext>
                  </a:extLst>
                </p:cNvPr>
                <p:cNvGrpSpPr/>
                <p:nvPr/>
              </p:nvGrpSpPr>
              <p:grpSpPr>
                <a:xfrm>
                  <a:off x="9556578" y="1534618"/>
                  <a:ext cx="98773" cy="98921"/>
                  <a:chOff x="9556578" y="1534618"/>
                  <a:chExt cx="98773" cy="98921"/>
                </a:xfrm>
              </p:grpSpPr>
              <p:sp>
                <p:nvSpPr>
                  <p:cNvPr id="1091" name="Google Shape;1091;p32">
                    <a:extLst>
                      <a:ext uri="{FF2B5EF4-FFF2-40B4-BE49-F238E27FC236}">
                        <a16:creationId xmlns:a16="http://schemas.microsoft.com/office/drawing/2014/main" id="{E18ABA59-FC78-3AB4-3009-F729E06FA027}"/>
                      </a:ext>
                    </a:extLst>
                  </p:cNvPr>
                  <p:cNvSpPr/>
                  <p:nvPr/>
                </p:nvSpPr>
                <p:spPr>
                  <a:xfrm>
                    <a:off x="9556578" y="1534618"/>
                    <a:ext cx="98773" cy="9892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8773" h="98921" extrusionOk="0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92" name="Google Shape;1092;p32">
                    <a:extLst>
                      <a:ext uri="{FF2B5EF4-FFF2-40B4-BE49-F238E27FC236}">
                        <a16:creationId xmlns:a16="http://schemas.microsoft.com/office/drawing/2014/main" id="{53042790-FA57-1FEE-DED6-4C6F5EAFEF80}"/>
                      </a:ext>
                    </a:extLst>
                  </p:cNvPr>
                  <p:cNvSpPr/>
                  <p:nvPr/>
                </p:nvSpPr>
                <p:spPr>
                  <a:xfrm>
                    <a:off x="9597270" y="1577125"/>
                    <a:ext cx="15573" cy="15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5573" h="15573" extrusionOk="0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</p:grpSp>
      <p:grpSp>
        <p:nvGrpSpPr>
          <p:cNvPr id="1093" name="Google Shape;1093;p32">
            <a:extLst>
              <a:ext uri="{FF2B5EF4-FFF2-40B4-BE49-F238E27FC236}">
                <a16:creationId xmlns:a16="http://schemas.microsoft.com/office/drawing/2014/main" id="{8C329DD6-B89A-977E-C469-8A763AEBC00F}"/>
              </a:ext>
            </a:extLst>
          </p:cNvPr>
          <p:cNvGrpSpPr/>
          <p:nvPr/>
        </p:nvGrpSpPr>
        <p:grpSpPr>
          <a:xfrm>
            <a:off x="254436" y="3695349"/>
            <a:ext cx="917374" cy="683570"/>
            <a:chOff x="1914620" y="1930431"/>
            <a:chExt cx="572929" cy="426911"/>
          </a:xfrm>
        </p:grpSpPr>
        <p:grpSp>
          <p:nvGrpSpPr>
            <p:cNvPr id="1094" name="Google Shape;1094;p32">
              <a:extLst>
                <a:ext uri="{FF2B5EF4-FFF2-40B4-BE49-F238E27FC236}">
                  <a16:creationId xmlns:a16="http://schemas.microsoft.com/office/drawing/2014/main" id="{C3CCC447-90B5-A57C-AFBD-66E99F014E7C}"/>
                </a:ext>
              </a:extLst>
            </p:cNvPr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095" name="Google Shape;1095;p32">
                <a:extLst>
                  <a:ext uri="{FF2B5EF4-FFF2-40B4-BE49-F238E27FC236}">
                    <a16:creationId xmlns:a16="http://schemas.microsoft.com/office/drawing/2014/main" id="{4EACA08A-9A80-8136-8CA5-B93EA6B14A76}"/>
                  </a:ext>
                </a:extLst>
              </p:cNvPr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6" name="Google Shape;1096;p32">
                <a:extLst>
                  <a:ext uri="{FF2B5EF4-FFF2-40B4-BE49-F238E27FC236}">
                    <a16:creationId xmlns:a16="http://schemas.microsoft.com/office/drawing/2014/main" id="{32BB72B3-6463-F14E-B965-87D3EFCC8DC7}"/>
                  </a:ext>
                </a:extLst>
              </p:cNvPr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7" name="Google Shape;1097;p32">
                <a:extLst>
                  <a:ext uri="{FF2B5EF4-FFF2-40B4-BE49-F238E27FC236}">
                    <a16:creationId xmlns:a16="http://schemas.microsoft.com/office/drawing/2014/main" id="{67DAC897-14ED-9713-A9FF-2B9AB6799D65}"/>
                  </a:ext>
                </a:extLst>
              </p:cNvPr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8" name="Google Shape;1098;p32">
              <a:extLst>
                <a:ext uri="{FF2B5EF4-FFF2-40B4-BE49-F238E27FC236}">
                  <a16:creationId xmlns:a16="http://schemas.microsoft.com/office/drawing/2014/main" id="{168D808E-A8E3-EBA4-CD7D-D3EC3CD97585}"/>
                </a:ext>
              </a:extLst>
            </p:cNvPr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CC715C06-D8D4-7822-4E78-663D605C1D01}"/>
              </a:ext>
            </a:extLst>
          </p:cNvPr>
          <p:cNvPicPr>
            <a:picLocks noGrp="1" noChangeAspect="1"/>
          </p:cNvPicPr>
          <p:nvPr>
            <p:ph type="pic" idx="3"/>
          </p:nvPr>
        </p:nvPicPr>
        <p:blipFill>
          <a:blip r:embed="rId3"/>
          <a:srcRect t="3233" b="3233"/>
          <a:stretch/>
        </p:blipFill>
        <p:spPr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5663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Architecture de l’algorithme DFS: </a:t>
            </a:r>
            <a:endParaRPr dirty="0"/>
          </a:p>
        </p:txBody>
      </p:sp>
      <p:sp>
        <p:nvSpPr>
          <p:cNvPr id="1386" name="Google Shape;1386;p43"/>
          <p:cNvSpPr/>
          <p:nvPr/>
        </p:nvSpPr>
        <p:spPr>
          <a:xfrm>
            <a:off x="1531125" y="136170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7" name="Google Shape;1387;p43"/>
          <p:cNvSpPr/>
          <p:nvPr/>
        </p:nvSpPr>
        <p:spPr>
          <a:xfrm>
            <a:off x="3495025" y="136170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8" name="Google Shape;1388;p43"/>
          <p:cNvSpPr/>
          <p:nvPr/>
        </p:nvSpPr>
        <p:spPr>
          <a:xfrm>
            <a:off x="5458925" y="136170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9" name="Google Shape;1389;p43"/>
          <p:cNvSpPr/>
          <p:nvPr/>
        </p:nvSpPr>
        <p:spPr>
          <a:xfrm>
            <a:off x="7422825" y="136170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0" name="Google Shape;1390;p43"/>
          <p:cNvSpPr txBox="1"/>
          <p:nvPr/>
        </p:nvSpPr>
        <p:spPr>
          <a:xfrm flipH="1">
            <a:off x="6966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Saisie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contraintes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(masse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moléculaire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hydrophobicité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stabilité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…)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1" name="Google Shape;1391;p43"/>
          <p:cNvSpPr txBox="1"/>
          <p:nvPr/>
        </p:nvSpPr>
        <p:spPr>
          <a:xfrm flipH="1">
            <a:off x="26605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Vérification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Normalisation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et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Pondération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des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contraintes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2" name="Google Shape;1392;p43"/>
          <p:cNvSpPr txBox="1"/>
          <p:nvPr/>
        </p:nvSpPr>
        <p:spPr>
          <a:xfrm flipH="1">
            <a:off x="46244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Branch and Bound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93" name="Google Shape;1393;p43"/>
          <p:cNvSpPr txBox="1"/>
          <p:nvPr/>
        </p:nvSpPr>
        <p:spPr>
          <a:xfrm flipH="1">
            <a:off x="6588325" y="186257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Sliding window pour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l’encombrement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stérique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94" name="Google Shape;1394;p43"/>
          <p:cNvCxnSpPr>
            <a:stCxn id="1386" idx="6"/>
            <a:endCxn id="1387" idx="2"/>
          </p:cNvCxnSpPr>
          <p:nvPr/>
        </p:nvCxnSpPr>
        <p:spPr>
          <a:xfrm>
            <a:off x="17075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395" name="Google Shape;1395;p43"/>
          <p:cNvCxnSpPr>
            <a:stCxn id="1387" idx="6"/>
            <a:endCxn id="1388" idx="2"/>
          </p:cNvCxnSpPr>
          <p:nvPr/>
        </p:nvCxnSpPr>
        <p:spPr>
          <a:xfrm>
            <a:off x="36714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396" name="Google Shape;1396;p43"/>
          <p:cNvCxnSpPr>
            <a:stCxn id="1388" idx="6"/>
            <a:endCxn id="1389" idx="2"/>
          </p:cNvCxnSpPr>
          <p:nvPr/>
        </p:nvCxnSpPr>
        <p:spPr>
          <a:xfrm>
            <a:off x="5635325" y="144990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397" name="Google Shape;1397;p43"/>
          <p:cNvCxnSpPr>
            <a:stCxn id="1386" idx="4"/>
            <a:endCxn id="1390" idx="0"/>
          </p:cNvCxnSpPr>
          <p:nvPr/>
        </p:nvCxnSpPr>
        <p:spPr>
          <a:xfrm flipH="1">
            <a:off x="1610925" y="153810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398" name="Google Shape;1398;p43"/>
          <p:cNvCxnSpPr>
            <a:stCxn id="1387" idx="4"/>
            <a:endCxn id="1391" idx="0"/>
          </p:cNvCxnSpPr>
          <p:nvPr/>
        </p:nvCxnSpPr>
        <p:spPr>
          <a:xfrm flipH="1">
            <a:off x="3574825" y="153810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399" name="Google Shape;1399;p43"/>
          <p:cNvCxnSpPr>
            <a:stCxn id="1388" idx="4"/>
            <a:endCxn id="1392" idx="0"/>
          </p:cNvCxnSpPr>
          <p:nvPr/>
        </p:nvCxnSpPr>
        <p:spPr>
          <a:xfrm flipH="1">
            <a:off x="5538725" y="153810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00" name="Google Shape;1400;p43"/>
          <p:cNvCxnSpPr>
            <a:stCxn id="1389" idx="4"/>
            <a:endCxn id="1393" idx="0"/>
          </p:cNvCxnSpPr>
          <p:nvPr/>
        </p:nvCxnSpPr>
        <p:spPr>
          <a:xfrm flipH="1">
            <a:off x="7502625" y="153810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sp>
        <p:nvSpPr>
          <p:cNvPr id="1401" name="Google Shape;1401;p43"/>
          <p:cNvSpPr/>
          <p:nvPr/>
        </p:nvSpPr>
        <p:spPr>
          <a:xfrm>
            <a:off x="1531125" y="319615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2" name="Google Shape;1402;p43"/>
          <p:cNvSpPr/>
          <p:nvPr/>
        </p:nvSpPr>
        <p:spPr>
          <a:xfrm>
            <a:off x="3495025" y="319615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3" name="Google Shape;1403;p43"/>
          <p:cNvSpPr/>
          <p:nvPr/>
        </p:nvSpPr>
        <p:spPr>
          <a:xfrm>
            <a:off x="5458925" y="319615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4" name="Google Shape;1404;p43"/>
          <p:cNvSpPr/>
          <p:nvPr/>
        </p:nvSpPr>
        <p:spPr>
          <a:xfrm>
            <a:off x="7422825" y="3196150"/>
            <a:ext cx="176400" cy="1764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5" name="Google Shape;1405;p43"/>
          <p:cNvSpPr txBox="1"/>
          <p:nvPr/>
        </p:nvSpPr>
        <p:spPr>
          <a:xfrm flipH="1">
            <a:off x="6966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Sliding window pour chou-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fasman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6" name="Google Shape;1406;p43"/>
          <p:cNvSpPr txBox="1"/>
          <p:nvPr/>
        </p:nvSpPr>
        <p:spPr>
          <a:xfrm flipH="1">
            <a:off x="26605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Sliding window pour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extrémités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chargées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(C-Terminus, N-terminus)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7" name="Google Shape;1407;p43"/>
          <p:cNvSpPr txBox="1"/>
          <p:nvPr/>
        </p:nvSpPr>
        <p:spPr>
          <a:xfrm flipH="1">
            <a:off x="4624425" y="3697025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Tri des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Acides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Aminés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selon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les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contraintes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, assignation du score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08" name="Google Shape;1408;p43"/>
          <p:cNvSpPr txBox="1"/>
          <p:nvPr/>
        </p:nvSpPr>
        <p:spPr>
          <a:xfrm flipH="1">
            <a:off x="6684825" y="3669967"/>
            <a:ext cx="1828800" cy="80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Ajout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ou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élagage</a:t>
            </a:r>
            <a:r>
              <a:rPr lang="en-US" sz="1200" b="1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, mise à jour de </a:t>
            </a:r>
            <a:r>
              <a:rPr lang="en-US" sz="1200" b="1" dirty="0" err="1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l’historique</a:t>
            </a:r>
            <a:endParaRPr sz="1200" b="1"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409" name="Google Shape;1409;p43"/>
          <p:cNvCxnSpPr>
            <a:stCxn id="1401" idx="6"/>
            <a:endCxn id="1402" idx="2"/>
          </p:cNvCxnSpPr>
          <p:nvPr/>
        </p:nvCxnSpPr>
        <p:spPr>
          <a:xfrm>
            <a:off x="17075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0" name="Google Shape;1410;p43"/>
          <p:cNvCxnSpPr>
            <a:stCxn id="1402" idx="6"/>
            <a:endCxn id="1403" idx="2"/>
          </p:cNvCxnSpPr>
          <p:nvPr/>
        </p:nvCxnSpPr>
        <p:spPr>
          <a:xfrm>
            <a:off x="36714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1" name="Google Shape;1411;p43"/>
          <p:cNvCxnSpPr>
            <a:stCxn id="1403" idx="6"/>
            <a:endCxn id="1404" idx="2"/>
          </p:cNvCxnSpPr>
          <p:nvPr/>
        </p:nvCxnSpPr>
        <p:spPr>
          <a:xfrm>
            <a:off x="5635325" y="3284350"/>
            <a:ext cx="1787400" cy="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2" name="Google Shape;1412;p43"/>
          <p:cNvCxnSpPr>
            <a:stCxn id="1401" idx="4"/>
            <a:endCxn id="1405" idx="0"/>
          </p:cNvCxnSpPr>
          <p:nvPr/>
        </p:nvCxnSpPr>
        <p:spPr>
          <a:xfrm flipH="1">
            <a:off x="1610925" y="337255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3" name="Google Shape;1413;p43"/>
          <p:cNvCxnSpPr>
            <a:stCxn id="1402" idx="4"/>
            <a:endCxn id="1406" idx="0"/>
          </p:cNvCxnSpPr>
          <p:nvPr/>
        </p:nvCxnSpPr>
        <p:spPr>
          <a:xfrm flipH="1">
            <a:off x="3574825" y="337255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4" name="Google Shape;1414;p43"/>
          <p:cNvCxnSpPr>
            <a:stCxn id="1403" idx="4"/>
            <a:endCxn id="1407" idx="0"/>
          </p:cNvCxnSpPr>
          <p:nvPr/>
        </p:nvCxnSpPr>
        <p:spPr>
          <a:xfrm flipH="1">
            <a:off x="5538725" y="3372550"/>
            <a:ext cx="8400" cy="324600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5" name="Google Shape;1415;p43"/>
          <p:cNvCxnSpPr>
            <a:stCxn id="1404" idx="4"/>
            <a:endCxn id="1408" idx="0"/>
          </p:cNvCxnSpPr>
          <p:nvPr/>
        </p:nvCxnSpPr>
        <p:spPr>
          <a:xfrm>
            <a:off x="7511025" y="3372550"/>
            <a:ext cx="88200" cy="297417"/>
          </a:xfrm>
          <a:prstGeom prst="straightConnector1">
            <a:avLst/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  <p:cxnSp>
        <p:nvCxnSpPr>
          <p:cNvPr id="1416" name="Google Shape;1416;p43"/>
          <p:cNvCxnSpPr>
            <a:stCxn id="1389" idx="6"/>
            <a:endCxn id="1401" idx="2"/>
          </p:cNvCxnSpPr>
          <p:nvPr/>
        </p:nvCxnSpPr>
        <p:spPr>
          <a:xfrm flipH="1">
            <a:off x="1531125" y="1449900"/>
            <a:ext cx="6068100" cy="1834500"/>
          </a:xfrm>
          <a:prstGeom prst="bentConnector5">
            <a:avLst>
              <a:gd name="adj1" fmla="val -14010"/>
              <a:gd name="adj2" fmla="val 72114"/>
              <a:gd name="adj3" fmla="val 103924"/>
            </a:avLst>
          </a:prstGeom>
          <a:noFill/>
          <a:ln w="9525" cap="flat" cmpd="sng">
            <a:solidFill>
              <a:schemeClr val="accent4"/>
            </a:solidFill>
            <a:prstDash val="dashDot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>
          <a:extLst>
            <a:ext uri="{FF2B5EF4-FFF2-40B4-BE49-F238E27FC236}">
              <a16:creationId xmlns:a16="http://schemas.microsoft.com/office/drawing/2014/main" id="{40F75FEC-2B94-927C-2A7E-57311F06E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>
            <a:extLst>
              <a:ext uri="{FF2B5EF4-FFF2-40B4-BE49-F238E27FC236}">
                <a16:creationId xmlns:a16="http://schemas.microsoft.com/office/drawing/2014/main" id="{A238EBC1-B0A2-7F27-53AF-3D1A433AC42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Les </a:t>
            </a:r>
            <a:r>
              <a:rPr lang="en-US" dirty="0" err="1"/>
              <a:t>algorithmes</a:t>
            </a:r>
            <a:r>
              <a:rPr lang="en-US" dirty="0"/>
              <a:t> </a:t>
            </a:r>
            <a:r>
              <a:rPr lang="en-US" dirty="0" err="1"/>
              <a:t>utilisés</a:t>
            </a:r>
            <a:endParaRPr dirty="0"/>
          </a:p>
        </p:txBody>
      </p:sp>
      <p:sp>
        <p:nvSpPr>
          <p:cNvPr id="1135" name="Google Shape;1135;p35">
            <a:extLst>
              <a:ext uri="{FF2B5EF4-FFF2-40B4-BE49-F238E27FC236}">
                <a16:creationId xmlns:a16="http://schemas.microsoft.com/office/drawing/2014/main" id="{51B43E34-F067-F11A-C76F-81DF3BBDB08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Sliding Window: Encombrement stérique</a:t>
            </a:r>
            <a:endParaRPr dirty="0"/>
          </a:p>
        </p:txBody>
      </p:sp>
      <p:sp>
        <p:nvSpPr>
          <p:cNvPr id="1136" name="Google Shape;1136;p35">
            <a:extLst>
              <a:ext uri="{FF2B5EF4-FFF2-40B4-BE49-F238E27FC236}">
                <a16:creationId xmlns:a16="http://schemas.microsoft.com/office/drawing/2014/main" id="{33B958AA-4A99-F044-6E8A-16FAB458DDB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3484350" y="1519324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Algorithme</a:t>
            </a:r>
            <a:r>
              <a:rPr lang="en-US" dirty="0"/>
              <a:t> de Chou-Fasman</a:t>
            </a:r>
            <a:endParaRPr dirty="0"/>
          </a:p>
        </p:txBody>
      </p:sp>
      <p:sp>
        <p:nvSpPr>
          <p:cNvPr id="1137" name="Google Shape;1137;p35">
            <a:extLst>
              <a:ext uri="{FF2B5EF4-FFF2-40B4-BE49-F238E27FC236}">
                <a16:creationId xmlns:a16="http://schemas.microsoft.com/office/drawing/2014/main" id="{3ED7E67C-625E-6165-7D9F-2D7655B0C66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 peptide </a:t>
            </a:r>
            <a:r>
              <a:rPr lang="en-US" dirty="0" err="1"/>
              <a:t>valide</a:t>
            </a:r>
            <a:r>
              <a:rPr lang="en-US" dirty="0"/>
              <a:t> ne doit pas </a:t>
            </a:r>
            <a:r>
              <a:rPr lang="en-US" dirty="0" err="1"/>
              <a:t>contenir</a:t>
            </a:r>
            <a:r>
              <a:rPr lang="en-US" dirty="0"/>
              <a:t> des </a:t>
            </a:r>
            <a:r>
              <a:rPr lang="en-US" dirty="0" err="1"/>
              <a:t>Acides</a:t>
            </a:r>
            <a:r>
              <a:rPr lang="en-US" dirty="0"/>
              <a:t> </a:t>
            </a:r>
            <a:r>
              <a:rPr lang="en-US" dirty="0" err="1"/>
              <a:t>Aminés</a:t>
            </a:r>
            <a:r>
              <a:rPr lang="en-US" dirty="0"/>
              <a:t> </a:t>
            </a:r>
            <a:r>
              <a:rPr lang="en-US" dirty="0" err="1"/>
              <a:t>Volumineux</a:t>
            </a:r>
            <a:r>
              <a:rPr lang="en-US" dirty="0"/>
              <a:t> (de </a:t>
            </a:r>
            <a:r>
              <a:rPr lang="en-US" dirty="0" err="1"/>
              <a:t>coté</a:t>
            </a:r>
            <a:r>
              <a:rPr lang="en-US" dirty="0"/>
              <a:t> masse </a:t>
            </a:r>
            <a:r>
              <a:rPr lang="en-US" dirty="0" err="1"/>
              <a:t>moléculaire</a:t>
            </a:r>
            <a:r>
              <a:rPr lang="en-US" dirty="0"/>
              <a:t>) dans </a:t>
            </a:r>
            <a:r>
              <a:rPr lang="en-US" dirty="0" err="1"/>
              <a:t>une</a:t>
            </a:r>
            <a:r>
              <a:rPr lang="en-US" dirty="0"/>
              <a:t> meme </a:t>
            </a:r>
            <a:r>
              <a:rPr lang="en-US" dirty="0" err="1"/>
              <a:t>fenetre</a:t>
            </a:r>
            <a:r>
              <a:rPr lang="en-US" dirty="0"/>
              <a:t> de 3 </a:t>
            </a:r>
            <a:r>
              <a:rPr lang="en-US" dirty="0" err="1"/>
              <a:t>Acides</a:t>
            </a:r>
            <a:r>
              <a:rPr lang="en-US" dirty="0"/>
              <a:t> </a:t>
            </a:r>
            <a:r>
              <a:rPr lang="en-US" dirty="0" err="1"/>
              <a:t>Aminés</a:t>
            </a:r>
            <a:r>
              <a:rPr lang="en-US" dirty="0"/>
              <a:t> </a:t>
            </a:r>
            <a:r>
              <a:rPr lang="en-US" dirty="0" err="1"/>
              <a:t>consécutifs</a:t>
            </a:r>
            <a:r>
              <a:rPr lang="en-US" dirty="0"/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Le </a:t>
            </a:r>
            <a:r>
              <a:rPr lang="en-US" dirty="0" err="1"/>
              <a:t>viole</a:t>
            </a:r>
            <a:r>
              <a:rPr lang="en-US" dirty="0"/>
              <a:t> des </a:t>
            </a:r>
            <a:r>
              <a:rPr lang="en-US" dirty="0" err="1"/>
              <a:t>contraintes</a:t>
            </a:r>
            <a:r>
              <a:rPr lang="en-US" dirty="0"/>
              <a:t> </a:t>
            </a:r>
            <a:r>
              <a:rPr lang="en-US" dirty="0" err="1"/>
              <a:t>entraine</a:t>
            </a:r>
            <a:r>
              <a:rPr lang="en-US" dirty="0"/>
              <a:t> </a:t>
            </a:r>
            <a:r>
              <a:rPr lang="en-US" dirty="0" err="1"/>
              <a:t>l’élagage</a:t>
            </a:r>
            <a:r>
              <a:rPr lang="en-US" dirty="0"/>
              <a:t> et le choix d’un </a:t>
            </a:r>
            <a:r>
              <a:rPr lang="en-US" dirty="0" err="1"/>
              <a:t>autre</a:t>
            </a:r>
            <a:r>
              <a:rPr lang="en-US" dirty="0"/>
              <a:t> </a:t>
            </a:r>
            <a:r>
              <a:rPr lang="en-US" dirty="0" err="1"/>
              <a:t>acide</a:t>
            </a:r>
            <a:r>
              <a:rPr lang="en-US" dirty="0"/>
              <a:t> </a:t>
            </a:r>
            <a:r>
              <a:rPr lang="en-US" dirty="0" err="1"/>
              <a:t>aminé</a:t>
            </a:r>
            <a:endParaRPr dirty="0"/>
          </a:p>
        </p:txBody>
      </p:sp>
      <p:sp>
        <p:nvSpPr>
          <p:cNvPr id="1138" name="Google Shape;1138;p35">
            <a:extLst>
              <a:ext uri="{FF2B5EF4-FFF2-40B4-BE49-F238E27FC236}">
                <a16:creationId xmlns:a16="http://schemas.microsoft.com/office/drawing/2014/main" id="{1C6698AC-954E-26C2-5816-0722A3A03A7B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238558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Une sequence </a:t>
            </a:r>
            <a:r>
              <a:rPr lang="en-US" dirty="0" err="1"/>
              <a:t>valide</a:t>
            </a:r>
            <a:r>
              <a:rPr lang="en-US" dirty="0"/>
              <a:t> doit </a:t>
            </a:r>
            <a:r>
              <a:rPr lang="en-US" dirty="0" err="1"/>
              <a:t>avoir</a:t>
            </a:r>
            <a:r>
              <a:rPr lang="en-US" dirty="0"/>
              <a:t> un “Point de nucleation” dans </a:t>
            </a:r>
            <a:r>
              <a:rPr lang="en-US" dirty="0" err="1"/>
              <a:t>une</a:t>
            </a:r>
            <a:r>
              <a:rPr lang="en-US" dirty="0"/>
              <a:t> </a:t>
            </a:r>
            <a:r>
              <a:rPr lang="en-US" dirty="0" err="1"/>
              <a:t>fenetre</a:t>
            </a:r>
            <a:r>
              <a:rPr lang="en-US" dirty="0"/>
              <a:t> </a:t>
            </a:r>
            <a:r>
              <a:rPr lang="en-US" dirty="0" err="1"/>
              <a:t>spécifique</a:t>
            </a:r>
            <a:r>
              <a:rPr lang="en-US" dirty="0"/>
              <a:t> pour </a:t>
            </a:r>
            <a:r>
              <a:rPr lang="en-US" dirty="0" err="1"/>
              <a:t>qu’elle</a:t>
            </a:r>
            <a:r>
              <a:rPr lang="en-US" dirty="0"/>
              <a:t> </a:t>
            </a:r>
            <a:r>
              <a:rPr lang="en-US" dirty="0" err="1"/>
              <a:t>puisse</a:t>
            </a:r>
            <a:r>
              <a:rPr lang="en-US" dirty="0"/>
              <a:t> se replier, </a:t>
            </a:r>
          </a:p>
          <a:p>
            <a:pPr marL="0" lvl="0" indent="0"/>
            <a:r>
              <a:rPr lang="fr-FR" dirty="0"/>
              <a:t>La fonctionnalité d'une protéine ou d'un peptide dépendent directement de sa structure tridimensionnelle précise.</a:t>
            </a:r>
            <a:endParaRPr dirty="0"/>
          </a:p>
        </p:txBody>
      </p:sp>
      <p:sp>
        <p:nvSpPr>
          <p:cNvPr id="1139" name="Google Shape;1139;p35">
            <a:extLst>
              <a:ext uri="{FF2B5EF4-FFF2-40B4-BE49-F238E27FC236}">
                <a16:creationId xmlns:a16="http://schemas.microsoft.com/office/drawing/2014/main" id="{6C105667-0E39-C95F-5CF6-514383FFD924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6031075" y="2579822"/>
            <a:ext cx="2175300" cy="23855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Pour explorer l’esapce des solution en construisant un arbre divisant le probléme en sous-problémes (c’est le branching) et élaguant les branches qui ne puevent jamais contenir la meilleur solution (c’est le bounding)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ar calcul mathématiques des propriétes théoriques d’une séquence quelconque incompléte </a:t>
            </a:r>
            <a:endParaRPr dirty="0"/>
          </a:p>
        </p:txBody>
      </p:sp>
      <p:sp>
        <p:nvSpPr>
          <p:cNvPr id="1140" name="Google Shape;1140;p35">
            <a:extLst>
              <a:ext uri="{FF2B5EF4-FFF2-40B4-BE49-F238E27FC236}">
                <a16:creationId xmlns:a16="http://schemas.microsoft.com/office/drawing/2014/main" id="{EB30A1CA-8E4B-DBD4-3034-8993F083A8E5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6031075" y="1495892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Branch and Bound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76974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/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/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8" name="Google Shape;1178;p38"/>
          <p:cNvSpPr txBox="1">
            <a:spLocks noGrp="1"/>
          </p:cNvSpPr>
          <p:nvPr>
            <p:ph type="title"/>
          </p:nvPr>
        </p:nvSpPr>
        <p:spPr>
          <a:xfrm>
            <a:off x="0" y="2410690"/>
            <a:ext cx="3957485" cy="675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1-Base Case : on </a:t>
            </a:r>
            <a:r>
              <a:rPr lang="en-US" sz="1600" dirty="0" err="1"/>
              <a:t>stocke</a:t>
            </a:r>
            <a:r>
              <a:rPr lang="en-US" sz="1600" dirty="0"/>
              <a:t> la </a:t>
            </a:r>
            <a:r>
              <a:rPr lang="en-US" sz="1600" dirty="0" err="1"/>
              <a:t>liste</a:t>
            </a:r>
            <a:r>
              <a:rPr lang="en-US" sz="1600" dirty="0"/>
              <a:t> de la sequence finale, </a:t>
            </a:r>
            <a:r>
              <a:rPr lang="en-US" sz="1600" dirty="0" err="1"/>
              <a:t>si</a:t>
            </a:r>
            <a:r>
              <a:rPr lang="en-US" sz="1600" dirty="0"/>
              <a:t> </a:t>
            </a:r>
            <a:r>
              <a:rPr lang="en-US" sz="1600" dirty="0" err="1"/>
              <a:t>elle</a:t>
            </a:r>
            <a:r>
              <a:rPr lang="en-US" sz="1600" dirty="0"/>
              <a:t> </a:t>
            </a:r>
            <a:r>
              <a:rPr lang="en-US" sz="1600" dirty="0" err="1"/>
              <a:t>n’est</a:t>
            </a:r>
            <a:r>
              <a:rPr lang="en-US" sz="1600" dirty="0"/>
              <a:t> pas vide on la </a:t>
            </a:r>
            <a:r>
              <a:rPr lang="en-US" sz="1600" dirty="0" err="1"/>
              <a:t>retrourne</a:t>
            </a:r>
            <a:r>
              <a:rPr lang="en-US" sz="1600" dirty="0"/>
              <a:t> et </a:t>
            </a:r>
            <a:r>
              <a:rPr lang="en-US" sz="1600" dirty="0" err="1"/>
              <a:t>arrete</a:t>
            </a:r>
            <a:r>
              <a:rPr lang="en-US" sz="1600" dirty="0"/>
              <a:t> la function, </a:t>
            </a:r>
            <a:r>
              <a:rPr lang="en-US" sz="1600" dirty="0" err="1"/>
              <a:t>ajoute</a:t>
            </a:r>
            <a:r>
              <a:rPr lang="en-US" sz="1600" dirty="0"/>
              <a:t> </a:t>
            </a:r>
            <a:r>
              <a:rPr lang="en-US" sz="1600" dirty="0" err="1"/>
              <a:t>aussi</a:t>
            </a:r>
            <a:r>
              <a:rPr lang="en-US" sz="1600" dirty="0"/>
              <a:t> </a:t>
            </a:r>
            <a:r>
              <a:rPr lang="en-US" sz="1600" dirty="0" err="1"/>
              <a:t>l’action</a:t>
            </a:r>
            <a:r>
              <a:rPr lang="en-US" sz="1600" dirty="0"/>
              <a:t> “DONE” dans </a:t>
            </a:r>
            <a:r>
              <a:rPr lang="en-US" sz="1600" dirty="0" err="1"/>
              <a:t>l’historique</a:t>
            </a:r>
            <a:r>
              <a:rPr lang="en-US" sz="1600" dirty="0"/>
              <a:t> </a:t>
            </a:r>
            <a:endParaRPr sz="1600" dirty="0"/>
          </a:p>
        </p:txBody>
      </p:sp>
      <p:sp>
        <p:nvSpPr>
          <p:cNvPr id="1179" name="Google Shape;1179;p38"/>
          <p:cNvSpPr txBox="1">
            <a:spLocks noGrp="1"/>
          </p:cNvSpPr>
          <p:nvPr>
            <p:ph type="title" idx="2"/>
          </p:nvPr>
        </p:nvSpPr>
        <p:spPr>
          <a:xfrm>
            <a:off x="1420390" y="-235357"/>
            <a:ext cx="5946022" cy="15387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DFS: Appel </a:t>
            </a:r>
            <a:r>
              <a:rPr lang="en-US" dirty="0" err="1"/>
              <a:t>Récursif</a:t>
            </a:r>
            <a:endParaRPr dirty="0"/>
          </a:p>
        </p:txBody>
      </p:sp>
      <p:sp>
        <p:nvSpPr>
          <p:cNvPr id="1181" name="Google Shape;1181;p38"/>
          <p:cNvSpPr txBox="1">
            <a:spLocks noGrp="1"/>
          </p:cNvSpPr>
          <p:nvPr>
            <p:ph type="title" idx="4"/>
          </p:nvPr>
        </p:nvSpPr>
        <p:spPr>
          <a:xfrm>
            <a:off x="4718041" y="2026240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2-branch and bound &amp; sliding window, </a:t>
            </a:r>
            <a:r>
              <a:rPr lang="en-US" sz="1600" dirty="0" err="1"/>
              <a:t>ajout</a:t>
            </a:r>
            <a:r>
              <a:rPr lang="en-US" sz="1600" dirty="0"/>
              <a:t> de </a:t>
            </a:r>
            <a:r>
              <a:rPr lang="en-US" sz="1600" dirty="0" err="1"/>
              <a:t>l’action</a:t>
            </a:r>
            <a:r>
              <a:rPr lang="en-US" sz="1600" dirty="0"/>
              <a:t> “PRUNE” </a:t>
            </a:r>
            <a:r>
              <a:rPr lang="en-US" sz="1600" dirty="0" err="1"/>
              <a:t>en</a:t>
            </a:r>
            <a:r>
              <a:rPr lang="en-US" sz="1600" dirty="0"/>
              <a:t> </a:t>
            </a:r>
            <a:r>
              <a:rPr lang="en-US" sz="1600" dirty="0" err="1"/>
              <a:t>spécifiant</a:t>
            </a:r>
            <a:r>
              <a:rPr lang="en-US" sz="1600" dirty="0"/>
              <a:t> la raison </a:t>
            </a:r>
            <a:r>
              <a:rPr lang="en-US" sz="1600" dirty="0" err="1"/>
              <a:t>s’il</a:t>
            </a:r>
            <a:r>
              <a:rPr lang="en-US" sz="1600" dirty="0"/>
              <a:t> </a:t>
            </a:r>
            <a:r>
              <a:rPr lang="en-US" sz="1600" dirty="0" err="1"/>
              <a:t>ya</a:t>
            </a:r>
            <a:r>
              <a:rPr lang="en-US" sz="1600" dirty="0"/>
              <a:t> </a:t>
            </a:r>
            <a:r>
              <a:rPr lang="en-US" sz="1600" dirty="0" err="1"/>
              <a:t>élagage</a:t>
            </a:r>
            <a:endParaRPr sz="1600" dirty="0"/>
          </a:p>
        </p:txBody>
      </p:sp>
      <p:sp>
        <p:nvSpPr>
          <p:cNvPr id="1183" name="Google Shape;1183;p38"/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6" name="Google Shape;1216;p38"/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/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/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/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/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/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/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/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/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/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/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/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/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/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/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/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/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/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/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/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/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/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/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/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/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/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/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/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/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/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/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/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/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/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/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/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/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/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/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/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/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/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/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/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/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/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/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/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/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/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/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/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/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/>
          <p:cNvCxnSpPr>
            <a:cxnSpLocks/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ACD2BA1-643D-7A16-826B-D5A0C2442B47}"/>
              </a:ext>
            </a:extLst>
          </p:cNvPr>
          <p:cNvSpPr txBox="1"/>
          <p:nvPr/>
        </p:nvSpPr>
        <p:spPr>
          <a:xfrm>
            <a:off x="240320" y="3168253"/>
            <a:ext cx="38489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Epilogue" panose="020B0604020202020204" charset="0"/>
              </a:rPr>
              <a:t>3-s’il </a:t>
            </a:r>
            <a:r>
              <a:rPr lang="en-US" sz="1600" b="1" dirty="0" err="1">
                <a:latin typeface="Epilogue" panose="020B0604020202020204" charset="0"/>
              </a:rPr>
              <a:t>n’y</a:t>
            </a:r>
            <a:r>
              <a:rPr lang="en-US" sz="1600" b="1" dirty="0">
                <a:latin typeface="Epilogue" panose="020B0604020202020204" charset="0"/>
              </a:rPr>
              <a:t> a pas </a:t>
            </a:r>
            <a:r>
              <a:rPr lang="en-US" sz="1600" b="1" dirty="0" err="1">
                <a:latin typeface="Epilogue" panose="020B0604020202020204" charset="0"/>
              </a:rPr>
              <a:t>élagage</a:t>
            </a:r>
            <a:r>
              <a:rPr lang="en-US" sz="1600" b="1" dirty="0">
                <a:latin typeface="Epilogue" panose="020B0604020202020204" charset="0"/>
              </a:rPr>
              <a:t>, on </a:t>
            </a:r>
            <a:r>
              <a:rPr lang="en-US" sz="1600" b="1" dirty="0" err="1">
                <a:latin typeface="Epilogue" panose="020B0604020202020204" charset="0"/>
              </a:rPr>
              <a:t>trie</a:t>
            </a:r>
            <a:r>
              <a:rPr lang="en-US" sz="1600" b="1" dirty="0">
                <a:latin typeface="Epilogue" panose="020B0604020202020204" charset="0"/>
              </a:rPr>
              <a:t> la bases de données des </a:t>
            </a:r>
            <a:r>
              <a:rPr lang="en-US" sz="1600" b="1" dirty="0" err="1">
                <a:latin typeface="Epilogue" panose="020B0604020202020204" charset="0"/>
              </a:rPr>
              <a:t>Acides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Aminés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selon</a:t>
            </a:r>
            <a:r>
              <a:rPr lang="en-US" sz="1600" b="1" dirty="0">
                <a:latin typeface="Epilogue" panose="020B0604020202020204" charset="0"/>
              </a:rPr>
              <a:t> la configuration de </a:t>
            </a:r>
            <a:r>
              <a:rPr lang="en-US" sz="1600" b="1" dirty="0" err="1">
                <a:latin typeface="Epilogue" panose="020B0604020202020204" charset="0"/>
              </a:rPr>
              <a:t>l’utilisateur</a:t>
            </a:r>
            <a:r>
              <a:rPr lang="en-US" sz="1600" b="1" dirty="0">
                <a:latin typeface="Epilogue" panose="020B0604020202020204" charset="0"/>
              </a:rPr>
              <a:t>, on </a:t>
            </a:r>
            <a:r>
              <a:rPr lang="en-US" sz="1600" b="1" dirty="0" err="1">
                <a:latin typeface="Epilogue" panose="020B0604020202020204" charset="0"/>
              </a:rPr>
              <a:t>l’ajoute</a:t>
            </a:r>
            <a:r>
              <a:rPr lang="en-US" sz="1600" b="1" dirty="0">
                <a:latin typeface="Epilogue" panose="020B0604020202020204" charset="0"/>
              </a:rPr>
              <a:t> à la sequence, et on </a:t>
            </a:r>
            <a:r>
              <a:rPr lang="en-US" sz="1600" b="1" dirty="0" err="1">
                <a:latin typeface="Epilogue" panose="020B0604020202020204" charset="0"/>
              </a:rPr>
              <a:t>ajoute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l’action</a:t>
            </a:r>
            <a:r>
              <a:rPr lang="en-US" sz="1600" b="1" dirty="0">
                <a:latin typeface="Epilogue" panose="020B0604020202020204" charset="0"/>
              </a:rPr>
              <a:t> “ADD” à </a:t>
            </a:r>
            <a:r>
              <a:rPr lang="en-US" sz="1600" b="1" dirty="0" err="1">
                <a:latin typeface="Epilogue" panose="020B0604020202020204" charset="0"/>
              </a:rPr>
              <a:t>l’historique</a:t>
            </a:r>
            <a:r>
              <a:rPr lang="en-US" sz="1600" b="1" dirty="0">
                <a:latin typeface="Epilogue" panose="020B0604020202020204" charset="0"/>
              </a:rPr>
              <a:t>, Appel </a:t>
            </a:r>
            <a:r>
              <a:rPr lang="en-US" sz="1600" b="1" dirty="0" err="1">
                <a:latin typeface="Epilogue" panose="020B0604020202020204" charset="0"/>
              </a:rPr>
              <a:t>Récursif</a:t>
            </a:r>
            <a:r>
              <a:rPr lang="en-US" sz="1600" b="1" dirty="0">
                <a:latin typeface="Epilogue" panose="020B0604020202020204" charset="0"/>
              </a:rPr>
              <a:t> pour </a:t>
            </a:r>
            <a:r>
              <a:rPr lang="en-US" sz="1600" b="1" dirty="0" err="1">
                <a:latin typeface="Epilogue" panose="020B0604020202020204" charset="0"/>
              </a:rPr>
              <a:t>trouver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l’acide</a:t>
            </a:r>
            <a:r>
              <a:rPr lang="en-US" sz="1600" b="1" dirty="0">
                <a:latin typeface="Epilogue" panose="020B0604020202020204" charset="0"/>
              </a:rPr>
              <a:t> amine </a:t>
            </a:r>
            <a:r>
              <a:rPr lang="en-US" sz="1600" b="1" dirty="0" err="1">
                <a:latin typeface="Epilogue" panose="020B0604020202020204" charset="0"/>
              </a:rPr>
              <a:t>suivant</a:t>
            </a:r>
            <a:endParaRPr lang="en-US" sz="1600" b="1" dirty="0">
              <a:latin typeface="Epilogue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DA6A7-A468-EA20-3D5C-36783D1137C0}"/>
              </a:ext>
            </a:extLst>
          </p:cNvPr>
          <p:cNvSpPr txBox="1"/>
          <p:nvPr/>
        </p:nvSpPr>
        <p:spPr>
          <a:xfrm>
            <a:off x="4630561" y="3086151"/>
            <a:ext cx="384898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latin typeface="Epilogue" panose="020B0604020202020204" charset="0"/>
              </a:rPr>
              <a:t>4-Mise à jour des </a:t>
            </a:r>
            <a:r>
              <a:rPr lang="en-US" sz="1600" b="1" dirty="0" err="1">
                <a:latin typeface="Epilogue" panose="020B0604020202020204" charset="0"/>
              </a:rPr>
              <a:t>statistiques</a:t>
            </a:r>
            <a:r>
              <a:rPr lang="en-US" sz="1600" b="1" dirty="0">
                <a:latin typeface="Epilogue" panose="020B0604020202020204" charset="0"/>
              </a:rPr>
              <a:t> de la recherche (Nombre </a:t>
            </a:r>
            <a:r>
              <a:rPr lang="en-US" sz="1600" b="1" dirty="0" err="1">
                <a:latin typeface="Epilogue" panose="020B0604020202020204" charset="0"/>
              </a:rPr>
              <a:t>d’élagage</a:t>
            </a:r>
            <a:r>
              <a:rPr lang="en-US" sz="1600" b="1" dirty="0">
                <a:latin typeface="Epilogue" panose="020B0604020202020204" charset="0"/>
              </a:rPr>
              <a:t>, Nombre de </a:t>
            </a:r>
            <a:r>
              <a:rPr lang="en-US" sz="1600" b="1" dirty="0" err="1">
                <a:latin typeface="Epilogue" panose="020B0604020202020204" charset="0"/>
              </a:rPr>
              <a:t>noeuds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visités</a:t>
            </a:r>
            <a:r>
              <a:rPr lang="en-US" sz="1600" b="1" dirty="0">
                <a:latin typeface="Epilogue" panose="020B0604020202020204" charset="0"/>
              </a:rPr>
              <a:t> dans </a:t>
            </a:r>
            <a:r>
              <a:rPr lang="en-US" sz="1600" b="1" dirty="0" err="1">
                <a:latin typeface="Epilogue" panose="020B0604020202020204" charset="0"/>
              </a:rPr>
              <a:t>l’arbre</a:t>
            </a:r>
            <a:r>
              <a:rPr lang="en-US" sz="1600" b="1" dirty="0">
                <a:latin typeface="Epilogue" panose="020B0604020202020204" charset="0"/>
              </a:rPr>
              <a:t>)</a:t>
            </a:r>
          </a:p>
          <a:p>
            <a:r>
              <a:rPr lang="en-US" sz="1600" b="1" dirty="0">
                <a:latin typeface="Epilogue" panose="020B0604020202020204" charset="0"/>
              </a:rPr>
              <a:t>Si le </a:t>
            </a:r>
            <a:r>
              <a:rPr lang="en-US" sz="1600" b="1" dirty="0" err="1">
                <a:latin typeface="Epilogue" panose="020B0604020202020204" charset="0"/>
              </a:rPr>
              <a:t>nombre</a:t>
            </a:r>
            <a:r>
              <a:rPr lang="en-US" sz="1600" b="1" dirty="0">
                <a:latin typeface="Epilogue" panose="020B0604020202020204" charset="0"/>
              </a:rPr>
              <a:t> de </a:t>
            </a:r>
            <a:r>
              <a:rPr lang="en-US" sz="1600" b="1" dirty="0" err="1">
                <a:latin typeface="Epilogue" panose="020B0604020202020204" charset="0"/>
              </a:rPr>
              <a:t>neouds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dépasse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une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certaine</a:t>
            </a:r>
            <a:r>
              <a:rPr lang="en-US" sz="1600" b="1" dirty="0">
                <a:latin typeface="Epilogue" panose="020B0604020202020204" charset="0"/>
              </a:rPr>
              <a:t> </a:t>
            </a:r>
            <a:r>
              <a:rPr lang="en-US" sz="1600" b="1" dirty="0" err="1">
                <a:latin typeface="Epilogue" panose="020B0604020202020204" charset="0"/>
              </a:rPr>
              <a:t>limite</a:t>
            </a:r>
            <a:r>
              <a:rPr lang="en-US" sz="1600" b="1" dirty="0">
                <a:latin typeface="Epilogue" panose="020B0604020202020204" charset="0"/>
              </a:rPr>
              <a:t> (environ 5Million) on </a:t>
            </a:r>
            <a:r>
              <a:rPr lang="en-US" sz="1600" b="1" dirty="0" err="1">
                <a:latin typeface="Epilogue" panose="020B0604020202020204" charset="0"/>
              </a:rPr>
              <a:t>arréte</a:t>
            </a:r>
            <a:r>
              <a:rPr lang="en-US" sz="1600" b="1" dirty="0">
                <a:latin typeface="Epilogue" panose="020B0604020202020204" charset="0"/>
              </a:rPr>
              <a:t> la recherche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4">
          <a:extLst>
            <a:ext uri="{FF2B5EF4-FFF2-40B4-BE49-F238E27FC236}">
              <a16:creationId xmlns:a16="http://schemas.microsoft.com/office/drawing/2014/main" id="{C4C78F9C-F51C-A850-BB92-5D11A7C3B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38">
            <a:extLst>
              <a:ext uri="{FF2B5EF4-FFF2-40B4-BE49-F238E27FC236}">
                <a16:creationId xmlns:a16="http://schemas.microsoft.com/office/drawing/2014/main" id="{4EC33CF6-1FEB-0408-118C-D4E8F4053EB7}"/>
              </a:ext>
            </a:extLst>
          </p:cNvPr>
          <p:cNvSpPr/>
          <p:nvPr/>
        </p:nvSpPr>
        <p:spPr>
          <a:xfrm>
            <a:off x="582618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6" name="Google Shape;1176;p38">
            <a:extLst>
              <a:ext uri="{FF2B5EF4-FFF2-40B4-BE49-F238E27FC236}">
                <a16:creationId xmlns:a16="http://schemas.microsoft.com/office/drawing/2014/main" id="{FA09D424-0641-C377-20A2-5A8BEFCA2499}"/>
              </a:ext>
            </a:extLst>
          </p:cNvPr>
          <p:cNvSpPr/>
          <p:nvPr/>
        </p:nvSpPr>
        <p:spPr>
          <a:xfrm>
            <a:off x="8212043" y="637413"/>
            <a:ext cx="363300" cy="3633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8" name="Google Shape;1178;p38">
            <a:extLst>
              <a:ext uri="{FF2B5EF4-FFF2-40B4-BE49-F238E27FC236}">
                <a16:creationId xmlns:a16="http://schemas.microsoft.com/office/drawing/2014/main" id="{293CABBE-B0CE-93A6-E8A4-36485A0D7F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86070" y="1685844"/>
            <a:ext cx="3957485" cy="67546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1-Calcul des </a:t>
            </a:r>
            <a:r>
              <a:rPr lang="en-US" sz="1600" dirty="0" err="1"/>
              <a:t>propriétes</a:t>
            </a:r>
            <a:r>
              <a:rPr lang="en-US" sz="1600" dirty="0"/>
              <a:t> de la sequence </a:t>
            </a:r>
            <a:r>
              <a:rPr lang="en-US" sz="1600" dirty="0" err="1"/>
              <a:t>générée</a:t>
            </a:r>
            <a:endParaRPr sz="1600" dirty="0"/>
          </a:p>
        </p:txBody>
      </p:sp>
      <p:sp>
        <p:nvSpPr>
          <p:cNvPr id="1179" name="Google Shape;1179;p38">
            <a:extLst>
              <a:ext uri="{FF2B5EF4-FFF2-40B4-BE49-F238E27FC236}">
                <a16:creationId xmlns:a16="http://schemas.microsoft.com/office/drawing/2014/main" id="{EFE38468-3032-227A-7FA6-6B6E9C88E1F0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1420390" y="-235357"/>
            <a:ext cx="5946022" cy="15387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Validation du </a:t>
            </a:r>
            <a:r>
              <a:rPr lang="en-US" dirty="0" err="1"/>
              <a:t>résultat</a:t>
            </a:r>
            <a:endParaRPr dirty="0"/>
          </a:p>
        </p:txBody>
      </p:sp>
      <p:sp>
        <p:nvSpPr>
          <p:cNvPr id="1181" name="Google Shape;1181;p38">
            <a:extLst>
              <a:ext uri="{FF2B5EF4-FFF2-40B4-BE49-F238E27FC236}">
                <a16:creationId xmlns:a16="http://schemas.microsoft.com/office/drawing/2014/main" id="{A0AA699F-DC64-360B-BE1D-2B385129241A}"/>
              </a:ext>
            </a:extLst>
          </p:cNvPr>
          <p:cNvSpPr txBox="1">
            <a:spLocks noGrp="1"/>
          </p:cNvSpPr>
          <p:nvPr>
            <p:ph type="title" idx="4"/>
          </p:nvPr>
        </p:nvSpPr>
        <p:spPr>
          <a:xfrm>
            <a:off x="4718041" y="2026240"/>
            <a:ext cx="3492600" cy="76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/>
              <a:t>2-Calcul des </a:t>
            </a:r>
            <a:r>
              <a:rPr lang="en-US" sz="1600" dirty="0" err="1"/>
              <a:t>profils</a:t>
            </a:r>
            <a:r>
              <a:rPr lang="en-US" sz="1600" dirty="0"/>
              <a:t> de </a:t>
            </a:r>
            <a:r>
              <a:rPr lang="en-US" sz="1600" dirty="0" err="1"/>
              <a:t>ces</a:t>
            </a:r>
            <a:r>
              <a:rPr lang="en-US" sz="1600" dirty="0"/>
              <a:t> </a:t>
            </a:r>
            <a:r>
              <a:rPr lang="en-US" sz="1600" dirty="0" err="1"/>
              <a:t>propriétes</a:t>
            </a:r>
            <a:r>
              <a:rPr lang="en-US" sz="1600" dirty="0"/>
              <a:t>: </a:t>
            </a:r>
            <a:r>
              <a:rPr lang="en-US" sz="1600" dirty="0" err="1"/>
              <a:t>c’est</a:t>
            </a:r>
            <a:r>
              <a:rPr lang="en-US" sz="1600" dirty="0"/>
              <a:t> à dire </a:t>
            </a:r>
            <a:r>
              <a:rPr lang="en-US" sz="1600" dirty="0" err="1"/>
              <a:t>l’aire</a:t>
            </a:r>
            <a:r>
              <a:rPr lang="en-US" sz="1600" dirty="0"/>
              <a:t> sous la  </a:t>
            </a:r>
            <a:r>
              <a:rPr lang="en-US" sz="1600" dirty="0" err="1"/>
              <a:t>courbe</a:t>
            </a:r>
            <a:r>
              <a:rPr lang="en-US" sz="1600" dirty="0"/>
              <a:t> de </a:t>
            </a:r>
            <a:r>
              <a:rPr lang="en-US" sz="1600" dirty="0" err="1"/>
              <a:t>l’évolution</a:t>
            </a:r>
            <a:r>
              <a:rPr lang="en-US" sz="1600" dirty="0"/>
              <a:t> des </a:t>
            </a:r>
            <a:r>
              <a:rPr lang="en-US" sz="1600" dirty="0" err="1"/>
              <a:t>propriétés</a:t>
            </a:r>
            <a:r>
              <a:rPr lang="en-US" sz="1600" dirty="0"/>
              <a:t> </a:t>
            </a:r>
            <a:r>
              <a:rPr lang="en-US" sz="1600" dirty="0" err="1"/>
              <a:t>en</a:t>
            </a:r>
            <a:r>
              <a:rPr lang="en-US" sz="1600" dirty="0"/>
              <a:t> function da la position des </a:t>
            </a:r>
            <a:r>
              <a:rPr lang="en-US" sz="1600" dirty="0" err="1"/>
              <a:t>acides</a:t>
            </a:r>
            <a:r>
              <a:rPr lang="en-US" sz="1600" dirty="0"/>
              <a:t> </a:t>
            </a:r>
            <a:r>
              <a:rPr lang="en-US" sz="1600" dirty="0" err="1"/>
              <a:t>aminées</a:t>
            </a:r>
            <a:endParaRPr sz="1600" dirty="0"/>
          </a:p>
        </p:txBody>
      </p:sp>
      <p:sp>
        <p:nvSpPr>
          <p:cNvPr id="1183" name="Google Shape;1183;p38">
            <a:extLst>
              <a:ext uri="{FF2B5EF4-FFF2-40B4-BE49-F238E27FC236}">
                <a16:creationId xmlns:a16="http://schemas.microsoft.com/office/drawing/2014/main" id="{35D914DD-5176-BCFB-52D7-7BCF9FF0558B}"/>
              </a:ext>
            </a:extLst>
          </p:cNvPr>
          <p:cNvSpPr/>
          <p:nvPr/>
        </p:nvSpPr>
        <p:spPr>
          <a:xfrm>
            <a:off x="713225" y="2195511"/>
            <a:ext cx="606206" cy="37384"/>
          </a:xfrm>
          <a:custGeom>
            <a:avLst/>
            <a:gdLst/>
            <a:ahLst/>
            <a:cxnLst/>
            <a:rect l="l" t="t" r="r" b="b"/>
            <a:pathLst>
              <a:path w="824770" h="50863" extrusionOk="0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6" name="Google Shape;1216;p38">
            <a:extLst>
              <a:ext uri="{FF2B5EF4-FFF2-40B4-BE49-F238E27FC236}">
                <a16:creationId xmlns:a16="http://schemas.microsoft.com/office/drawing/2014/main" id="{BF2D71C2-A0EF-A82B-72B4-7FCE0392C353}"/>
              </a:ext>
            </a:extLst>
          </p:cNvPr>
          <p:cNvGrpSpPr/>
          <p:nvPr/>
        </p:nvGrpSpPr>
        <p:grpSpPr>
          <a:xfrm>
            <a:off x="580759" y="539494"/>
            <a:ext cx="426307" cy="643642"/>
            <a:chOff x="10572463" y="3528536"/>
            <a:chExt cx="580168" cy="875823"/>
          </a:xfrm>
        </p:grpSpPr>
        <p:grpSp>
          <p:nvGrpSpPr>
            <p:cNvPr id="1217" name="Google Shape;1217;p38">
              <a:extLst>
                <a:ext uri="{FF2B5EF4-FFF2-40B4-BE49-F238E27FC236}">
                  <a16:creationId xmlns:a16="http://schemas.microsoft.com/office/drawing/2014/main" id="{938E2ABD-1AA9-5A10-9200-389162B3F910}"/>
                </a:ext>
              </a:extLst>
            </p:cNvPr>
            <p:cNvGrpSpPr/>
            <p:nvPr/>
          </p:nvGrpSpPr>
          <p:grpSpPr>
            <a:xfrm>
              <a:off x="10713815" y="3528536"/>
              <a:ext cx="438816" cy="746664"/>
              <a:chOff x="10713815" y="3528536"/>
              <a:chExt cx="438816" cy="746664"/>
            </a:xfrm>
          </p:grpSpPr>
          <p:sp>
            <p:nvSpPr>
              <p:cNvPr id="1218" name="Google Shape;1218;p38">
                <a:extLst>
                  <a:ext uri="{FF2B5EF4-FFF2-40B4-BE49-F238E27FC236}">
                    <a16:creationId xmlns:a16="http://schemas.microsoft.com/office/drawing/2014/main" id="{07E75967-16E5-9FBC-8091-C0FD9A425E78}"/>
                  </a:ext>
                </a:extLst>
              </p:cNvPr>
              <p:cNvSpPr/>
              <p:nvPr/>
            </p:nvSpPr>
            <p:spPr>
              <a:xfrm>
                <a:off x="10713815" y="3528536"/>
                <a:ext cx="438816" cy="746664"/>
              </a:xfrm>
              <a:custGeom>
                <a:avLst/>
                <a:gdLst/>
                <a:ahLst/>
                <a:cxnLst/>
                <a:rect l="l" t="t" r="r" b="b"/>
                <a:pathLst>
                  <a:path w="438816" h="746664" extrusionOk="0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19" name="Google Shape;1219;p38">
                <a:extLst>
                  <a:ext uri="{FF2B5EF4-FFF2-40B4-BE49-F238E27FC236}">
                    <a16:creationId xmlns:a16="http://schemas.microsoft.com/office/drawing/2014/main" id="{86967A83-DDE4-7E3E-7260-C7CB437023C1}"/>
                  </a:ext>
                </a:extLst>
              </p:cNvPr>
              <p:cNvGrpSpPr/>
              <p:nvPr/>
            </p:nvGrpSpPr>
            <p:grpSpPr>
              <a:xfrm>
                <a:off x="10776489" y="3625310"/>
                <a:ext cx="313848" cy="288226"/>
                <a:chOff x="10776489" y="3625310"/>
                <a:chExt cx="313848" cy="288226"/>
              </a:xfrm>
            </p:grpSpPr>
            <p:sp>
              <p:nvSpPr>
                <p:cNvPr id="1220" name="Google Shape;1220;p38">
                  <a:extLst>
                    <a:ext uri="{FF2B5EF4-FFF2-40B4-BE49-F238E27FC236}">
                      <a16:creationId xmlns:a16="http://schemas.microsoft.com/office/drawing/2014/main" id="{FE40BA04-2537-99F2-7A15-BA94F26AE6F0}"/>
                    </a:ext>
                  </a:extLst>
                </p:cNvPr>
                <p:cNvSpPr/>
                <p:nvPr/>
              </p:nvSpPr>
              <p:spPr>
                <a:xfrm>
                  <a:off x="10776489" y="362531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1" name="Google Shape;1221;p38">
                  <a:extLst>
                    <a:ext uri="{FF2B5EF4-FFF2-40B4-BE49-F238E27FC236}">
                      <a16:creationId xmlns:a16="http://schemas.microsoft.com/office/drawing/2014/main" id="{93481DF4-57FC-748E-BA5D-BC4B68373D08}"/>
                    </a:ext>
                  </a:extLst>
                </p:cNvPr>
                <p:cNvSpPr/>
                <p:nvPr/>
              </p:nvSpPr>
              <p:spPr>
                <a:xfrm>
                  <a:off x="10776489" y="367865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2" name="Google Shape;1222;p38">
                  <a:extLst>
                    <a:ext uri="{FF2B5EF4-FFF2-40B4-BE49-F238E27FC236}">
                      <a16:creationId xmlns:a16="http://schemas.microsoft.com/office/drawing/2014/main" id="{38FB339C-99CF-4BDC-90A6-869409EC67A2}"/>
                    </a:ext>
                  </a:extLst>
                </p:cNvPr>
                <p:cNvSpPr/>
                <p:nvPr/>
              </p:nvSpPr>
              <p:spPr>
                <a:xfrm>
                  <a:off x="10776489" y="3731990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3" name="Google Shape;1223;p38">
                  <a:extLst>
                    <a:ext uri="{FF2B5EF4-FFF2-40B4-BE49-F238E27FC236}">
                      <a16:creationId xmlns:a16="http://schemas.microsoft.com/office/drawing/2014/main" id="{D81636A4-25E7-7498-874F-67EB7FA7F728}"/>
                    </a:ext>
                  </a:extLst>
                </p:cNvPr>
                <p:cNvSpPr/>
                <p:nvPr/>
              </p:nvSpPr>
              <p:spPr>
                <a:xfrm>
                  <a:off x="10776489" y="378542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4" name="Google Shape;1224;p38">
                  <a:extLst>
                    <a:ext uri="{FF2B5EF4-FFF2-40B4-BE49-F238E27FC236}">
                      <a16:creationId xmlns:a16="http://schemas.microsoft.com/office/drawing/2014/main" id="{A8B6DD92-C28A-F5F1-16EE-F7C170C3CDC9}"/>
                    </a:ext>
                  </a:extLst>
                </p:cNvPr>
                <p:cNvSpPr/>
                <p:nvPr/>
              </p:nvSpPr>
              <p:spPr>
                <a:xfrm>
                  <a:off x="10776489" y="3838765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5" name="Google Shape;1225;p38">
                  <a:extLst>
                    <a:ext uri="{FF2B5EF4-FFF2-40B4-BE49-F238E27FC236}">
                      <a16:creationId xmlns:a16="http://schemas.microsoft.com/office/drawing/2014/main" id="{42B91AA3-CFB1-8897-2F3D-E3E2C948CCB8}"/>
                    </a:ext>
                  </a:extLst>
                </p:cNvPr>
                <p:cNvSpPr/>
                <p:nvPr/>
              </p:nvSpPr>
              <p:spPr>
                <a:xfrm>
                  <a:off x="10776489" y="3892105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26" name="Google Shape;1226;p38">
                <a:extLst>
                  <a:ext uri="{FF2B5EF4-FFF2-40B4-BE49-F238E27FC236}">
                    <a16:creationId xmlns:a16="http://schemas.microsoft.com/office/drawing/2014/main" id="{996BF545-7544-B693-8E40-2E43746B02D9}"/>
                  </a:ext>
                </a:extLst>
              </p:cNvPr>
              <p:cNvGrpSpPr/>
              <p:nvPr/>
            </p:nvGrpSpPr>
            <p:grpSpPr>
              <a:xfrm>
                <a:off x="10776489" y="3999547"/>
                <a:ext cx="313848" cy="181546"/>
                <a:chOff x="10776489" y="3999547"/>
                <a:chExt cx="313848" cy="181546"/>
              </a:xfrm>
            </p:grpSpPr>
            <p:sp>
              <p:nvSpPr>
                <p:cNvPr id="1227" name="Google Shape;1227;p38">
                  <a:extLst>
                    <a:ext uri="{FF2B5EF4-FFF2-40B4-BE49-F238E27FC236}">
                      <a16:creationId xmlns:a16="http://schemas.microsoft.com/office/drawing/2014/main" id="{DA941A03-2CF8-654D-5E3E-B2B077E20C7A}"/>
                    </a:ext>
                  </a:extLst>
                </p:cNvPr>
                <p:cNvSpPr/>
                <p:nvPr/>
              </p:nvSpPr>
              <p:spPr>
                <a:xfrm>
                  <a:off x="10776489" y="399954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8" name="Google Shape;1228;p38">
                  <a:extLst>
                    <a:ext uri="{FF2B5EF4-FFF2-40B4-BE49-F238E27FC236}">
                      <a16:creationId xmlns:a16="http://schemas.microsoft.com/office/drawing/2014/main" id="{C01BBE9B-77C3-EBD2-9BA1-CCE43D8D32C8}"/>
                    </a:ext>
                  </a:extLst>
                </p:cNvPr>
                <p:cNvSpPr/>
                <p:nvPr/>
              </p:nvSpPr>
              <p:spPr>
                <a:xfrm>
                  <a:off x="10776489" y="4052887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29" name="Google Shape;1229;p38">
                  <a:extLst>
                    <a:ext uri="{FF2B5EF4-FFF2-40B4-BE49-F238E27FC236}">
                      <a16:creationId xmlns:a16="http://schemas.microsoft.com/office/drawing/2014/main" id="{18B852F1-6E2D-F1C5-BAF9-EDE607392157}"/>
                    </a:ext>
                  </a:extLst>
                </p:cNvPr>
                <p:cNvSpPr/>
                <p:nvPr/>
              </p:nvSpPr>
              <p:spPr>
                <a:xfrm>
                  <a:off x="10776489" y="4106322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0" name="Google Shape;1230;p38">
                  <a:extLst>
                    <a:ext uri="{FF2B5EF4-FFF2-40B4-BE49-F238E27FC236}">
                      <a16:creationId xmlns:a16="http://schemas.microsoft.com/office/drawing/2014/main" id="{A9CCCF52-3AD2-D70C-592E-1955993FC397}"/>
                    </a:ext>
                  </a:extLst>
                </p:cNvPr>
                <p:cNvSpPr/>
                <p:nvPr/>
              </p:nvSpPr>
              <p:spPr>
                <a:xfrm>
                  <a:off x="10776489" y="4159662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31" name="Google Shape;1231;p38">
                <a:extLst>
                  <a:ext uri="{FF2B5EF4-FFF2-40B4-BE49-F238E27FC236}">
                    <a16:creationId xmlns:a16="http://schemas.microsoft.com/office/drawing/2014/main" id="{578CCC31-82FA-AAC7-F245-7ED70D93CDF2}"/>
                  </a:ext>
                </a:extLst>
              </p:cNvPr>
              <p:cNvSpPr/>
              <p:nvPr/>
            </p:nvSpPr>
            <p:spPr>
              <a:xfrm>
                <a:off x="11039951" y="3528536"/>
                <a:ext cx="112584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4" h="112585" extrusionOk="0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32" name="Google Shape;1232;p38">
              <a:extLst>
                <a:ext uri="{FF2B5EF4-FFF2-40B4-BE49-F238E27FC236}">
                  <a16:creationId xmlns:a16="http://schemas.microsoft.com/office/drawing/2014/main" id="{99934797-B37C-4245-594F-C3FA31386EDE}"/>
                </a:ext>
              </a:extLst>
            </p:cNvPr>
            <p:cNvGrpSpPr/>
            <p:nvPr/>
          </p:nvGrpSpPr>
          <p:grpSpPr>
            <a:xfrm>
              <a:off x="10572463" y="3657790"/>
              <a:ext cx="438817" cy="746569"/>
              <a:chOff x="10572463" y="3657790"/>
              <a:chExt cx="438817" cy="746569"/>
            </a:xfrm>
          </p:grpSpPr>
          <p:sp>
            <p:nvSpPr>
              <p:cNvPr id="1233" name="Google Shape;1233;p38">
                <a:extLst>
                  <a:ext uri="{FF2B5EF4-FFF2-40B4-BE49-F238E27FC236}">
                    <a16:creationId xmlns:a16="http://schemas.microsoft.com/office/drawing/2014/main" id="{7C6A8FD4-6135-B490-BD2E-761F8BE3C569}"/>
                  </a:ext>
                </a:extLst>
              </p:cNvPr>
              <p:cNvSpPr/>
              <p:nvPr/>
            </p:nvSpPr>
            <p:spPr>
              <a:xfrm>
                <a:off x="10572463" y="3657790"/>
                <a:ext cx="438817" cy="746569"/>
              </a:xfrm>
              <a:custGeom>
                <a:avLst/>
                <a:gdLst/>
                <a:ahLst/>
                <a:cxnLst/>
                <a:rect l="l" t="t" r="r" b="b"/>
                <a:pathLst>
                  <a:path w="438817" h="746569" extrusionOk="0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234" name="Google Shape;1234;p38">
                <a:extLst>
                  <a:ext uri="{FF2B5EF4-FFF2-40B4-BE49-F238E27FC236}">
                    <a16:creationId xmlns:a16="http://schemas.microsoft.com/office/drawing/2014/main" id="{C7547CCB-4DE5-82DF-F469-1430EDBCA728}"/>
                  </a:ext>
                </a:extLst>
              </p:cNvPr>
              <p:cNvGrpSpPr/>
              <p:nvPr/>
            </p:nvGrpSpPr>
            <p:grpSpPr>
              <a:xfrm>
                <a:off x="10635138" y="3754469"/>
                <a:ext cx="313848" cy="288321"/>
                <a:chOff x="10635138" y="3754469"/>
                <a:chExt cx="313848" cy="288321"/>
              </a:xfrm>
            </p:grpSpPr>
            <p:sp>
              <p:nvSpPr>
                <p:cNvPr id="1235" name="Google Shape;1235;p38">
                  <a:extLst>
                    <a:ext uri="{FF2B5EF4-FFF2-40B4-BE49-F238E27FC236}">
                      <a16:creationId xmlns:a16="http://schemas.microsoft.com/office/drawing/2014/main" id="{DFDB6BB2-3991-BBC1-4463-9811939330E2}"/>
                    </a:ext>
                  </a:extLst>
                </p:cNvPr>
                <p:cNvSpPr/>
                <p:nvPr/>
              </p:nvSpPr>
              <p:spPr>
                <a:xfrm>
                  <a:off x="10635138" y="375446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6" name="Google Shape;1236;p38">
                  <a:extLst>
                    <a:ext uri="{FF2B5EF4-FFF2-40B4-BE49-F238E27FC236}">
                      <a16:creationId xmlns:a16="http://schemas.microsoft.com/office/drawing/2014/main" id="{14B8C947-353B-FFAD-B2BF-A395182E9E71}"/>
                    </a:ext>
                  </a:extLst>
                </p:cNvPr>
                <p:cNvSpPr/>
                <p:nvPr/>
              </p:nvSpPr>
              <p:spPr>
                <a:xfrm>
                  <a:off x="10635138" y="380790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7" name="Google Shape;1237;p38">
                  <a:extLst>
                    <a:ext uri="{FF2B5EF4-FFF2-40B4-BE49-F238E27FC236}">
                      <a16:creationId xmlns:a16="http://schemas.microsoft.com/office/drawing/2014/main" id="{148D4934-D226-B8C0-A5C4-1FBB59471087}"/>
                    </a:ext>
                  </a:extLst>
                </p:cNvPr>
                <p:cNvSpPr/>
                <p:nvPr/>
              </p:nvSpPr>
              <p:spPr>
                <a:xfrm>
                  <a:off x="10635138" y="386124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8" name="Google Shape;1238;p38">
                  <a:extLst>
                    <a:ext uri="{FF2B5EF4-FFF2-40B4-BE49-F238E27FC236}">
                      <a16:creationId xmlns:a16="http://schemas.microsoft.com/office/drawing/2014/main" id="{A936F1FE-45BE-200E-01FF-49EB0549A7EF}"/>
                    </a:ext>
                  </a:extLst>
                </p:cNvPr>
                <p:cNvSpPr/>
                <p:nvPr/>
              </p:nvSpPr>
              <p:spPr>
                <a:xfrm>
                  <a:off x="10635138" y="3914584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39" name="Google Shape;1239;p38">
                  <a:extLst>
                    <a:ext uri="{FF2B5EF4-FFF2-40B4-BE49-F238E27FC236}">
                      <a16:creationId xmlns:a16="http://schemas.microsoft.com/office/drawing/2014/main" id="{276D9B03-ABFB-03E7-8AC6-09E1945EBBCD}"/>
                    </a:ext>
                  </a:extLst>
                </p:cNvPr>
                <p:cNvSpPr/>
                <p:nvPr/>
              </p:nvSpPr>
              <p:spPr>
                <a:xfrm>
                  <a:off x="10635138" y="3968019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0" name="Google Shape;1240;p38">
                  <a:extLst>
                    <a:ext uri="{FF2B5EF4-FFF2-40B4-BE49-F238E27FC236}">
                      <a16:creationId xmlns:a16="http://schemas.microsoft.com/office/drawing/2014/main" id="{8218C8F1-793D-15A5-2BE5-659E065B8237}"/>
                    </a:ext>
                  </a:extLst>
                </p:cNvPr>
                <p:cNvSpPr/>
                <p:nvPr/>
              </p:nvSpPr>
              <p:spPr>
                <a:xfrm>
                  <a:off x="10635138" y="4021359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241" name="Google Shape;1241;p38">
                <a:extLst>
                  <a:ext uri="{FF2B5EF4-FFF2-40B4-BE49-F238E27FC236}">
                    <a16:creationId xmlns:a16="http://schemas.microsoft.com/office/drawing/2014/main" id="{20D6DEC0-76C0-B6DF-26FB-76C6772DFE0E}"/>
                  </a:ext>
                </a:extLst>
              </p:cNvPr>
              <p:cNvGrpSpPr/>
              <p:nvPr/>
            </p:nvGrpSpPr>
            <p:grpSpPr>
              <a:xfrm>
                <a:off x="10635138" y="4128801"/>
                <a:ext cx="313848" cy="181547"/>
                <a:chOff x="10635138" y="4128801"/>
                <a:chExt cx="313848" cy="181547"/>
              </a:xfrm>
            </p:grpSpPr>
            <p:sp>
              <p:nvSpPr>
                <p:cNvPr id="1242" name="Google Shape;1242;p38">
                  <a:extLst>
                    <a:ext uri="{FF2B5EF4-FFF2-40B4-BE49-F238E27FC236}">
                      <a16:creationId xmlns:a16="http://schemas.microsoft.com/office/drawing/2014/main" id="{3FC7F022-A751-7032-1113-9EA6A3E1C1C3}"/>
                    </a:ext>
                  </a:extLst>
                </p:cNvPr>
                <p:cNvSpPr/>
                <p:nvPr/>
              </p:nvSpPr>
              <p:spPr>
                <a:xfrm>
                  <a:off x="10635138" y="412880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3" name="Google Shape;1243;p38">
                  <a:extLst>
                    <a:ext uri="{FF2B5EF4-FFF2-40B4-BE49-F238E27FC236}">
                      <a16:creationId xmlns:a16="http://schemas.microsoft.com/office/drawing/2014/main" id="{243839DE-B1A0-59AF-E442-779BD4D3F87C}"/>
                    </a:ext>
                  </a:extLst>
                </p:cNvPr>
                <p:cNvSpPr/>
                <p:nvPr/>
              </p:nvSpPr>
              <p:spPr>
                <a:xfrm>
                  <a:off x="10635138" y="418214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4" name="Google Shape;1244;p38">
                  <a:extLst>
                    <a:ext uri="{FF2B5EF4-FFF2-40B4-BE49-F238E27FC236}">
                      <a16:creationId xmlns:a16="http://schemas.microsoft.com/office/drawing/2014/main" id="{E283377F-5001-6647-53FF-58D814545872}"/>
                    </a:ext>
                  </a:extLst>
                </p:cNvPr>
                <p:cNvSpPr/>
                <p:nvPr/>
              </p:nvSpPr>
              <p:spPr>
                <a:xfrm>
                  <a:off x="10635138" y="4235481"/>
                  <a:ext cx="313848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3848" h="21431" extrusionOk="0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245" name="Google Shape;1245;p38">
                  <a:extLst>
                    <a:ext uri="{FF2B5EF4-FFF2-40B4-BE49-F238E27FC236}">
                      <a16:creationId xmlns:a16="http://schemas.microsoft.com/office/drawing/2014/main" id="{5B81DCCD-914E-4770-273B-2565753E5002}"/>
                    </a:ext>
                  </a:extLst>
                </p:cNvPr>
                <p:cNvSpPr/>
                <p:nvPr/>
              </p:nvSpPr>
              <p:spPr>
                <a:xfrm>
                  <a:off x="10635138" y="4288917"/>
                  <a:ext cx="184689" cy="214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4689" h="21431" extrusionOk="0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246" name="Google Shape;1246;p38">
                <a:extLst>
                  <a:ext uri="{FF2B5EF4-FFF2-40B4-BE49-F238E27FC236}">
                    <a16:creationId xmlns:a16="http://schemas.microsoft.com/office/drawing/2014/main" id="{A0081F8F-B871-8DBD-BBD0-91F51593FDBC}"/>
                  </a:ext>
                </a:extLst>
              </p:cNvPr>
              <p:cNvSpPr/>
              <p:nvPr/>
            </p:nvSpPr>
            <p:spPr>
              <a:xfrm>
                <a:off x="10898599" y="3657790"/>
                <a:ext cx="112586" cy="112585"/>
              </a:xfrm>
              <a:custGeom>
                <a:avLst/>
                <a:gdLst/>
                <a:ahLst/>
                <a:cxnLst/>
                <a:rect l="l" t="t" r="r" b="b"/>
                <a:pathLst>
                  <a:path w="112586" h="112585" extrusionOk="0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47" name="Google Shape;1247;p38">
            <a:extLst>
              <a:ext uri="{FF2B5EF4-FFF2-40B4-BE49-F238E27FC236}">
                <a16:creationId xmlns:a16="http://schemas.microsoft.com/office/drawing/2014/main" id="{A19BFABC-B6DA-C68E-2BD8-7428CBAC6CDB}"/>
              </a:ext>
            </a:extLst>
          </p:cNvPr>
          <p:cNvGrpSpPr/>
          <p:nvPr/>
        </p:nvGrpSpPr>
        <p:grpSpPr>
          <a:xfrm>
            <a:off x="755174" y="1181737"/>
            <a:ext cx="18197" cy="243247"/>
            <a:chOff x="10809827" y="4402455"/>
            <a:chExt cx="24764" cy="330993"/>
          </a:xfrm>
        </p:grpSpPr>
        <p:sp>
          <p:nvSpPr>
            <p:cNvPr id="1248" name="Google Shape;1248;p38">
              <a:extLst>
                <a:ext uri="{FF2B5EF4-FFF2-40B4-BE49-F238E27FC236}">
                  <a16:creationId xmlns:a16="http://schemas.microsoft.com/office/drawing/2014/main" id="{04ADDA2B-6EFD-4C38-2782-A1ED97F96613}"/>
                </a:ext>
              </a:extLst>
            </p:cNvPr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9" name="Google Shape;1249;p38">
              <a:extLst>
                <a:ext uri="{FF2B5EF4-FFF2-40B4-BE49-F238E27FC236}">
                  <a16:creationId xmlns:a16="http://schemas.microsoft.com/office/drawing/2014/main" id="{FC2ACD53-D111-27E2-23DD-5C411B981968}"/>
                </a:ext>
              </a:extLst>
            </p:cNvPr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0" name="Google Shape;1250;p38">
              <a:extLst>
                <a:ext uri="{FF2B5EF4-FFF2-40B4-BE49-F238E27FC236}">
                  <a16:creationId xmlns:a16="http://schemas.microsoft.com/office/drawing/2014/main" id="{7F73CD8B-5FBF-D9CC-D6EE-B5452777FC21}"/>
                </a:ext>
              </a:extLst>
            </p:cNvPr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65" name="Google Shape;1265;p38">
            <a:extLst>
              <a:ext uri="{FF2B5EF4-FFF2-40B4-BE49-F238E27FC236}">
                <a16:creationId xmlns:a16="http://schemas.microsoft.com/office/drawing/2014/main" id="{99AAEDA6-E284-C3BE-EAED-9C45F99B4FF6}"/>
              </a:ext>
            </a:extLst>
          </p:cNvPr>
          <p:cNvGrpSpPr/>
          <p:nvPr/>
        </p:nvGrpSpPr>
        <p:grpSpPr>
          <a:xfrm>
            <a:off x="7883601" y="539492"/>
            <a:ext cx="1061979" cy="558999"/>
            <a:chOff x="3859815" y="2867310"/>
            <a:chExt cx="1262157" cy="664368"/>
          </a:xfrm>
        </p:grpSpPr>
        <p:sp>
          <p:nvSpPr>
            <p:cNvPr id="1266" name="Google Shape;1266;p38">
              <a:extLst>
                <a:ext uri="{FF2B5EF4-FFF2-40B4-BE49-F238E27FC236}">
                  <a16:creationId xmlns:a16="http://schemas.microsoft.com/office/drawing/2014/main" id="{FCEF3C97-5252-2646-8874-6E2663FCACB2}"/>
                </a:ext>
              </a:extLst>
            </p:cNvPr>
            <p:cNvSpPr/>
            <p:nvPr/>
          </p:nvSpPr>
          <p:spPr>
            <a:xfrm>
              <a:off x="3859815" y="2867310"/>
              <a:ext cx="1262157" cy="664368"/>
            </a:xfrm>
            <a:custGeom>
              <a:avLst/>
              <a:gdLst/>
              <a:ahLst/>
              <a:cxnLst/>
              <a:rect l="l" t="t" r="r" b="b"/>
              <a:pathLst>
                <a:path w="1262157" h="664368" extrusionOk="0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67" name="Google Shape;1267;p38">
              <a:extLst>
                <a:ext uri="{FF2B5EF4-FFF2-40B4-BE49-F238E27FC236}">
                  <a16:creationId xmlns:a16="http://schemas.microsoft.com/office/drawing/2014/main" id="{DC75EA41-8AA5-E202-BAB0-77CD3A5AD47B}"/>
                </a:ext>
              </a:extLst>
            </p:cNvPr>
            <p:cNvGrpSpPr/>
            <p:nvPr/>
          </p:nvGrpSpPr>
          <p:grpSpPr>
            <a:xfrm>
              <a:off x="4275677" y="3065525"/>
              <a:ext cx="334517" cy="380047"/>
              <a:chOff x="4275677" y="3065525"/>
              <a:chExt cx="334517" cy="380047"/>
            </a:xfrm>
          </p:grpSpPr>
          <p:grpSp>
            <p:nvGrpSpPr>
              <p:cNvPr id="1268" name="Google Shape;1268;p38">
                <a:extLst>
                  <a:ext uri="{FF2B5EF4-FFF2-40B4-BE49-F238E27FC236}">
                    <a16:creationId xmlns:a16="http://schemas.microsoft.com/office/drawing/2014/main" id="{C85BB27F-F768-07CD-AA0E-3DC3962E1763}"/>
                  </a:ext>
                </a:extLst>
              </p:cNvPr>
              <p:cNvGrpSpPr/>
              <p:nvPr/>
            </p:nvGrpSpPr>
            <p:grpSpPr>
              <a:xfrm>
                <a:off x="4275677" y="3065525"/>
                <a:ext cx="334517" cy="380047"/>
                <a:chOff x="4275677" y="3065525"/>
                <a:chExt cx="334517" cy="380047"/>
              </a:xfrm>
            </p:grpSpPr>
            <p:grpSp>
              <p:nvGrpSpPr>
                <p:cNvPr id="1269" name="Google Shape;1269;p38">
                  <a:extLst>
                    <a:ext uri="{FF2B5EF4-FFF2-40B4-BE49-F238E27FC236}">
                      <a16:creationId xmlns:a16="http://schemas.microsoft.com/office/drawing/2014/main" id="{AD24C96B-279E-366B-6C72-F7F8C92709B1}"/>
                    </a:ext>
                  </a:extLst>
                </p:cNvPr>
                <p:cNvGrpSpPr/>
                <p:nvPr/>
              </p:nvGrpSpPr>
              <p:grpSpPr>
                <a:xfrm>
                  <a:off x="4275677" y="3301269"/>
                  <a:ext cx="334422" cy="144303"/>
                  <a:chOff x="4275677" y="3301269"/>
                  <a:chExt cx="334422" cy="144303"/>
                </a:xfrm>
              </p:grpSpPr>
              <p:sp>
                <p:nvSpPr>
                  <p:cNvPr id="1270" name="Google Shape;1270;p38">
                    <a:extLst>
                      <a:ext uri="{FF2B5EF4-FFF2-40B4-BE49-F238E27FC236}">
                        <a16:creationId xmlns:a16="http://schemas.microsoft.com/office/drawing/2014/main" id="{2853E666-3DDD-0BC0-AE4C-108030956E4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33165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1" name="Google Shape;1271;p38">
                    <a:extLst>
                      <a:ext uri="{FF2B5EF4-FFF2-40B4-BE49-F238E27FC236}">
                        <a16:creationId xmlns:a16="http://schemas.microsoft.com/office/drawing/2014/main" id="{295F1E74-DB8A-C686-EC23-01836DB94361}"/>
                      </a:ext>
                    </a:extLst>
                  </p:cNvPr>
                  <p:cNvSpPr/>
                  <p:nvPr/>
                </p:nvSpPr>
                <p:spPr>
                  <a:xfrm>
                    <a:off x="4275772" y="3301269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2" name="Google Shape;1272;p38">
                  <a:extLst>
                    <a:ext uri="{FF2B5EF4-FFF2-40B4-BE49-F238E27FC236}">
                      <a16:creationId xmlns:a16="http://schemas.microsoft.com/office/drawing/2014/main" id="{53E86343-84E9-1289-3608-F9977C310577}"/>
                    </a:ext>
                  </a:extLst>
                </p:cNvPr>
                <p:cNvGrpSpPr/>
                <p:nvPr/>
              </p:nvGrpSpPr>
              <p:grpSpPr>
                <a:xfrm>
                  <a:off x="4275677" y="3183350"/>
                  <a:ext cx="334422" cy="144302"/>
                  <a:chOff x="4275677" y="3183350"/>
                  <a:chExt cx="334422" cy="144302"/>
                </a:xfrm>
              </p:grpSpPr>
              <p:sp>
                <p:nvSpPr>
                  <p:cNvPr id="1273" name="Google Shape;1273;p38">
                    <a:extLst>
                      <a:ext uri="{FF2B5EF4-FFF2-40B4-BE49-F238E27FC236}">
                        <a16:creationId xmlns:a16="http://schemas.microsoft.com/office/drawing/2014/main" id="{57D6913F-31FE-A90E-71B3-7F249B5EA43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213734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4" name="Google Shape;1274;p38">
                    <a:extLst>
                      <a:ext uri="{FF2B5EF4-FFF2-40B4-BE49-F238E27FC236}">
                        <a16:creationId xmlns:a16="http://schemas.microsoft.com/office/drawing/2014/main" id="{54B10FDF-E111-D089-4082-B878DE89E107}"/>
                      </a:ext>
                    </a:extLst>
                  </p:cNvPr>
                  <p:cNvSpPr/>
                  <p:nvPr/>
                </p:nvSpPr>
                <p:spPr>
                  <a:xfrm>
                    <a:off x="4275772" y="3183350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1275" name="Google Shape;1275;p38">
                  <a:extLst>
                    <a:ext uri="{FF2B5EF4-FFF2-40B4-BE49-F238E27FC236}">
                      <a16:creationId xmlns:a16="http://schemas.microsoft.com/office/drawing/2014/main" id="{DC676EE0-C794-5514-9A3C-C8E392C1D558}"/>
                    </a:ext>
                  </a:extLst>
                </p:cNvPr>
                <p:cNvGrpSpPr/>
                <p:nvPr/>
              </p:nvGrpSpPr>
              <p:grpSpPr>
                <a:xfrm>
                  <a:off x="4275677" y="3065525"/>
                  <a:ext cx="334517" cy="144303"/>
                  <a:chOff x="4275677" y="3065525"/>
                  <a:chExt cx="334517" cy="144303"/>
                </a:xfrm>
              </p:grpSpPr>
              <p:sp>
                <p:nvSpPr>
                  <p:cNvPr id="1276" name="Google Shape;1276;p38">
                    <a:extLst>
                      <a:ext uri="{FF2B5EF4-FFF2-40B4-BE49-F238E27FC236}">
                        <a16:creationId xmlns:a16="http://schemas.microsoft.com/office/drawing/2014/main" id="{F1D2232B-546F-5520-39A8-7CD83385ED63}"/>
                      </a:ext>
                    </a:extLst>
                  </p:cNvPr>
                  <p:cNvSpPr/>
                  <p:nvPr/>
                </p:nvSpPr>
                <p:spPr>
                  <a:xfrm>
                    <a:off x="4275677" y="3095910"/>
                    <a:ext cx="334422" cy="11391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422" h="113918" extrusionOk="0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277" name="Google Shape;1277;p38">
                    <a:extLst>
                      <a:ext uri="{FF2B5EF4-FFF2-40B4-BE49-F238E27FC236}">
                        <a16:creationId xmlns:a16="http://schemas.microsoft.com/office/drawing/2014/main" id="{2281666F-E712-02A7-9207-1DB7862D66DC}"/>
                      </a:ext>
                    </a:extLst>
                  </p:cNvPr>
                  <p:cNvSpPr/>
                  <p:nvPr/>
                </p:nvSpPr>
                <p:spPr>
                  <a:xfrm>
                    <a:off x="4275867" y="3065525"/>
                    <a:ext cx="334327" cy="6076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34327" h="60769" extrusionOk="0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278" name="Google Shape;1278;p38">
                <a:extLst>
                  <a:ext uri="{FF2B5EF4-FFF2-40B4-BE49-F238E27FC236}">
                    <a16:creationId xmlns:a16="http://schemas.microsoft.com/office/drawing/2014/main" id="{79BFD6FF-6931-3A0C-E454-0EAAFA2B5349}"/>
                  </a:ext>
                </a:extLst>
              </p:cNvPr>
              <p:cNvSpPr/>
              <p:nvPr/>
            </p:nvSpPr>
            <p:spPr>
              <a:xfrm>
                <a:off x="4529994" y="3140487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38">
                <a:extLst>
                  <a:ext uri="{FF2B5EF4-FFF2-40B4-BE49-F238E27FC236}">
                    <a16:creationId xmlns:a16="http://schemas.microsoft.com/office/drawing/2014/main" id="{1F2A1F3D-1E89-1EE8-3133-812E47ACE16F}"/>
                  </a:ext>
                </a:extLst>
              </p:cNvPr>
              <p:cNvSpPr/>
              <p:nvPr/>
            </p:nvSpPr>
            <p:spPr>
              <a:xfrm>
                <a:off x="4529994" y="3256216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38">
                <a:extLst>
                  <a:ext uri="{FF2B5EF4-FFF2-40B4-BE49-F238E27FC236}">
                    <a16:creationId xmlns:a16="http://schemas.microsoft.com/office/drawing/2014/main" id="{265D876C-E38F-CA89-7958-862238722B92}"/>
                  </a:ext>
                </a:extLst>
              </p:cNvPr>
              <p:cNvSpPr/>
              <p:nvPr/>
            </p:nvSpPr>
            <p:spPr>
              <a:xfrm>
                <a:off x="4529994" y="3377088"/>
                <a:ext cx="38100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38100" h="38100" extrusionOk="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281" name="Google Shape;1281;p38">
            <a:extLst>
              <a:ext uri="{FF2B5EF4-FFF2-40B4-BE49-F238E27FC236}">
                <a16:creationId xmlns:a16="http://schemas.microsoft.com/office/drawing/2014/main" id="{E976F2D6-FE17-F766-9445-035AC55D2C6B}"/>
              </a:ext>
            </a:extLst>
          </p:cNvPr>
          <p:cNvGrpSpPr/>
          <p:nvPr/>
        </p:nvGrpSpPr>
        <p:grpSpPr>
          <a:xfrm>
            <a:off x="8377144" y="1093568"/>
            <a:ext cx="33124" cy="442802"/>
            <a:chOff x="10809827" y="4402455"/>
            <a:chExt cx="24764" cy="330993"/>
          </a:xfrm>
        </p:grpSpPr>
        <p:sp>
          <p:nvSpPr>
            <p:cNvPr id="1282" name="Google Shape;1282;p38">
              <a:extLst>
                <a:ext uri="{FF2B5EF4-FFF2-40B4-BE49-F238E27FC236}">
                  <a16:creationId xmlns:a16="http://schemas.microsoft.com/office/drawing/2014/main" id="{18BCC9D8-242E-3C5C-10A9-DF3C84314126}"/>
                </a:ext>
              </a:extLst>
            </p:cNvPr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3" name="Google Shape;1283;p38">
              <a:extLst>
                <a:ext uri="{FF2B5EF4-FFF2-40B4-BE49-F238E27FC236}">
                  <a16:creationId xmlns:a16="http://schemas.microsoft.com/office/drawing/2014/main" id="{B6683C87-B9D3-B13D-ECB4-B255F846B999}"/>
                </a:ext>
              </a:extLst>
            </p:cNvPr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4" name="Google Shape;1284;p38">
              <a:extLst>
                <a:ext uri="{FF2B5EF4-FFF2-40B4-BE49-F238E27FC236}">
                  <a16:creationId xmlns:a16="http://schemas.microsoft.com/office/drawing/2014/main" id="{BF607FD0-E227-604D-E01C-3AF1905033A8}"/>
                </a:ext>
              </a:extLst>
            </p:cNvPr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85" name="Google Shape;1285;p38">
            <a:extLst>
              <a:ext uri="{FF2B5EF4-FFF2-40B4-BE49-F238E27FC236}">
                <a16:creationId xmlns:a16="http://schemas.microsoft.com/office/drawing/2014/main" id="{78BE48A4-FFE7-BE6A-4AF3-B92A0E92338A}"/>
              </a:ext>
            </a:extLst>
          </p:cNvPr>
          <p:cNvGrpSpPr/>
          <p:nvPr/>
        </p:nvGrpSpPr>
        <p:grpSpPr>
          <a:xfrm rot="-5400000">
            <a:off x="8079918" y="1536387"/>
            <a:ext cx="18197" cy="243247"/>
            <a:chOff x="10809827" y="4402455"/>
            <a:chExt cx="24764" cy="330993"/>
          </a:xfrm>
        </p:grpSpPr>
        <p:sp>
          <p:nvSpPr>
            <p:cNvPr id="1286" name="Google Shape;1286;p38">
              <a:extLst>
                <a:ext uri="{FF2B5EF4-FFF2-40B4-BE49-F238E27FC236}">
                  <a16:creationId xmlns:a16="http://schemas.microsoft.com/office/drawing/2014/main" id="{620C5A3A-E590-5781-C940-354814A284DD}"/>
                </a:ext>
              </a:extLst>
            </p:cNvPr>
            <p:cNvSpPr/>
            <p:nvPr/>
          </p:nvSpPr>
          <p:spPr>
            <a:xfrm>
              <a:off x="10822209" y="4414266"/>
              <a:ext cx="9525" cy="307467"/>
            </a:xfrm>
            <a:custGeom>
              <a:avLst/>
              <a:gdLst/>
              <a:ahLst/>
              <a:cxnLst/>
              <a:rect l="l" t="t" r="r" b="b"/>
              <a:pathLst>
                <a:path w="9525" h="307467" extrusionOk="0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 cap="flat" cmpd="sng">
              <a:solidFill>
                <a:schemeClr val="accent4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7" name="Google Shape;1287;p38">
              <a:extLst>
                <a:ext uri="{FF2B5EF4-FFF2-40B4-BE49-F238E27FC236}">
                  <a16:creationId xmlns:a16="http://schemas.microsoft.com/office/drawing/2014/main" id="{F8BFB8B6-7114-7DBE-1011-9412FB4B2E0A}"/>
                </a:ext>
              </a:extLst>
            </p:cNvPr>
            <p:cNvSpPr/>
            <p:nvPr/>
          </p:nvSpPr>
          <p:spPr>
            <a:xfrm>
              <a:off x="10809827" y="4708683"/>
              <a:ext cx="24764" cy="24765"/>
            </a:xfrm>
            <a:custGeom>
              <a:avLst/>
              <a:gdLst/>
              <a:ahLst/>
              <a:cxnLst/>
              <a:rect l="l" t="t" r="r" b="b"/>
              <a:pathLst>
                <a:path w="24764" h="24765" extrusionOk="0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8" name="Google Shape;1288;p38">
              <a:extLst>
                <a:ext uri="{FF2B5EF4-FFF2-40B4-BE49-F238E27FC236}">
                  <a16:creationId xmlns:a16="http://schemas.microsoft.com/office/drawing/2014/main" id="{FED9ACE4-1AD9-2314-EA34-4F59180657A3}"/>
                </a:ext>
              </a:extLst>
            </p:cNvPr>
            <p:cNvSpPr/>
            <p:nvPr/>
          </p:nvSpPr>
          <p:spPr>
            <a:xfrm>
              <a:off x="10809827" y="4402455"/>
              <a:ext cx="24764" cy="24764"/>
            </a:xfrm>
            <a:custGeom>
              <a:avLst/>
              <a:gdLst/>
              <a:ahLst/>
              <a:cxnLst/>
              <a:rect l="l" t="t" r="r" b="b"/>
              <a:pathLst>
                <a:path w="24764" h="24764" extrusionOk="0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289" name="Google Shape;1289;p38">
            <a:extLst>
              <a:ext uri="{FF2B5EF4-FFF2-40B4-BE49-F238E27FC236}">
                <a16:creationId xmlns:a16="http://schemas.microsoft.com/office/drawing/2014/main" id="{9D13E71C-7203-E8E1-CC2E-7835D085B37D}"/>
              </a:ext>
            </a:extLst>
          </p:cNvPr>
          <p:cNvCxnSpPr>
            <a:cxnSpLocks/>
            <a:stCxn id="1175" idx="0"/>
            <a:endCxn id="1176" idx="0"/>
          </p:cNvCxnSpPr>
          <p:nvPr/>
        </p:nvCxnSpPr>
        <p:spPr>
          <a:xfrm rot="-5400000" flipH="1">
            <a:off x="4578618" y="-3176937"/>
            <a:ext cx="600" cy="7629300"/>
          </a:xfrm>
          <a:prstGeom prst="bentConnector3">
            <a:avLst>
              <a:gd name="adj1" fmla="val -73522917"/>
            </a:avLst>
          </a:prstGeom>
          <a:noFill/>
          <a:ln w="19050" cap="flat" cmpd="sng">
            <a:solidFill>
              <a:schemeClr val="accent4"/>
            </a:solidFill>
            <a:prstDash val="dashDot"/>
            <a:round/>
            <a:headEnd type="oval" w="med" len="med"/>
            <a:tailEnd type="oval" w="med" len="med"/>
          </a:ln>
        </p:spPr>
      </p:cxnSp>
      <p:sp>
        <p:nvSpPr>
          <p:cNvPr id="2" name="Google Shape;1178;p38">
            <a:extLst>
              <a:ext uri="{FF2B5EF4-FFF2-40B4-BE49-F238E27FC236}">
                <a16:creationId xmlns:a16="http://schemas.microsoft.com/office/drawing/2014/main" id="{DA31FD36-EBED-2D2E-B88F-1DDC08532217}"/>
              </a:ext>
            </a:extLst>
          </p:cNvPr>
          <p:cNvSpPr txBox="1">
            <a:spLocks/>
          </p:cNvSpPr>
          <p:nvPr/>
        </p:nvSpPr>
        <p:spPr>
          <a:xfrm>
            <a:off x="2414658" y="3411801"/>
            <a:ext cx="3957485" cy="67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4000" b="1" i="0" u="none" strike="noStrike" cap="none">
                <a:solidFill>
                  <a:schemeClr val="dk1"/>
                </a:solidFill>
                <a:latin typeface="Epilogue"/>
                <a:ea typeface="Epilogue"/>
                <a:cs typeface="Epilogue"/>
                <a:sym typeface="Epilogue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pilogue"/>
              <a:buNone/>
              <a:defRPr sz="6000" b="1" i="0" u="none" strike="noStrike" cap="none">
                <a:solidFill>
                  <a:schemeClr val="lt1"/>
                </a:solidFill>
                <a:latin typeface="Epilogue"/>
                <a:ea typeface="Epilogue"/>
                <a:cs typeface="Epilogue"/>
                <a:sym typeface="Epilogue"/>
              </a:defRPr>
            </a:lvl9pPr>
          </a:lstStyle>
          <a:p>
            <a:r>
              <a:rPr lang="fr-FR" sz="1600" dirty="0"/>
              <a:t>3-génération des courbes de profils pour la comparaison avec une autre séquence de </a:t>
            </a:r>
            <a:r>
              <a:rPr lang="fr-FR" sz="1600" dirty="0" err="1"/>
              <a:t>votrechoix</a:t>
            </a:r>
            <a:r>
              <a:rPr lang="fr-FR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201986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9"/>
          <p:cNvSpPr txBox="1">
            <a:spLocks noGrp="1"/>
          </p:cNvSpPr>
          <p:nvPr>
            <p:ph type="title"/>
          </p:nvPr>
        </p:nvSpPr>
        <p:spPr>
          <a:xfrm>
            <a:off x="1284000" y="5762284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4,498,300,000</a:t>
            </a:r>
            <a:endParaRPr dirty="0"/>
          </a:p>
        </p:txBody>
      </p:sp>
      <p:sp>
        <p:nvSpPr>
          <p:cNvPr id="1295" name="Google Shape;1295;p39"/>
          <p:cNvSpPr txBox="1">
            <a:spLocks noGrp="1"/>
          </p:cNvSpPr>
          <p:nvPr>
            <p:ph type="subTitle" idx="1"/>
          </p:nvPr>
        </p:nvSpPr>
        <p:spPr>
          <a:xfrm>
            <a:off x="1083678" y="617734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Epilogue" panose="020B0604020202020204" charset="0"/>
              </a:rPr>
              <a:t>04-Exemple </a:t>
            </a:r>
            <a:r>
              <a:rPr lang="en-US" sz="4000" b="1" dirty="0" err="1">
                <a:latin typeface="Epilogue" panose="020B0604020202020204" charset="0"/>
              </a:rPr>
              <a:t>d’execution</a:t>
            </a:r>
            <a:endParaRPr sz="4000" b="1" dirty="0">
              <a:latin typeface="Epilogue" panose="020B0604020202020204" charset="0"/>
            </a:endParaRPr>
          </a:p>
        </p:txBody>
      </p:sp>
      <p:grpSp>
        <p:nvGrpSpPr>
          <p:cNvPr id="1296" name="Google Shape;1296;p39"/>
          <p:cNvGrpSpPr/>
          <p:nvPr/>
        </p:nvGrpSpPr>
        <p:grpSpPr>
          <a:xfrm>
            <a:off x="137478" y="617734"/>
            <a:ext cx="917374" cy="683570"/>
            <a:chOff x="1914620" y="1930431"/>
            <a:chExt cx="572929" cy="426911"/>
          </a:xfrm>
        </p:grpSpPr>
        <p:grpSp>
          <p:nvGrpSpPr>
            <p:cNvPr id="1297" name="Google Shape;1297;p39"/>
            <p:cNvGrpSpPr/>
            <p:nvPr/>
          </p:nvGrpSpPr>
          <p:grpSpPr>
            <a:xfrm>
              <a:off x="1914620" y="1930431"/>
              <a:ext cx="572929" cy="426911"/>
              <a:chOff x="1914620" y="1930431"/>
              <a:chExt cx="572929" cy="426911"/>
            </a:xfrm>
          </p:grpSpPr>
          <p:sp>
            <p:nvSpPr>
              <p:cNvPr id="1298" name="Google Shape;1298;p39"/>
              <p:cNvSpPr/>
              <p:nvPr/>
            </p:nvSpPr>
            <p:spPr>
              <a:xfrm>
                <a:off x="2042160" y="1930431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39"/>
              <p:cNvSpPr/>
              <p:nvPr/>
            </p:nvSpPr>
            <p:spPr>
              <a:xfrm>
                <a:off x="1978342" y="1994058"/>
                <a:ext cx="445389" cy="299465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5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39"/>
              <p:cNvSpPr/>
              <p:nvPr/>
            </p:nvSpPr>
            <p:spPr>
              <a:xfrm>
                <a:off x="1914620" y="2057876"/>
                <a:ext cx="445389" cy="299466"/>
              </a:xfrm>
              <a:custGeom>
                <a:avLst/>
                <a:gdLst/>
                <a:ahLst/>
                <a:cxnLst/>
                <a:rect l="l" t="t" r="r" b="b"/>
                <a:pathLst>
                  <a:path w="445389" h="299466" extrusionOk="0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01" name="Google Shape;1301;p39"/>
            <p:cNvSpPr/>
            <p:nvPr/>
          </p:nvSpPr>
          <p:spPr>
            <a:xfrm>
              <a:off x="2024157" y="2180272"/>
              <a:ext cx="222980" cy="101917"/>
            </a:xfrm>
            <a:custGeom>
              <a:avLst/>
              <a:gdLst/>
              <a:ahLst/>
              <a:cxnLst/>
              <a:rect l="l" t="t" r="r" b="b"/>
              <a:pathLst>
                <a:path w="222980" h="101917" extrusionOk="0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17AF9C8A-9AF6-5189-AC65-DA7B2464C6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87" y="1497284"/>
            <a:ext cx="3400900" cy="23530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202CBCB-12D4-0487-7FBE-3733F4296042}"/>
              </a:ext>
            </a:extLst>
          </p:cNvPr>
          <p:cNvSpPr txBox="1"/>
          <p:nvPr/>
        </p:nvSpPr>
        <p:spPr>
          <a:xfrm>
            <a:off x="4657241" y="1673817"/>
            <a:ext cx="320275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Prenons</a:t>
            </a:r>
            <a:r>
              <a:rPr lang="en-US" dirty="0"/>
              <a:t> </a:t>
            </a:r>
            <a:r>
              <a:rPr lang="en-US" dirty="0" err="1"/>
              <a:t>l’exemple</a:t>
            </a:r>
            <a:r>
              <a:rPr lang="en-US" dirty="0"/>
              <a:t> </a:t>
            </a:r>
            <a:r>
              <a:rPr lang="en-US" dirty="0" err="1"/>
              <a:t>suivant</a:t>
            </a:r>
            <a:r>
              <a:rPr lang="en-US" dirty="0"/>
              <a:t> d’un configuration </a:t>
            </a:r>
            <a:r>
              <a:rPr lang="en-US" dirty="0" err="1"/>
              <a:t>utlisateur</a:t>
            </a:r>
            <a:r>
              <a:rPr lang="en-US" dirty="0"/>
              <a:t> qui vise à </a:t>
            </a:r>
            <a:r>
              <a:rPr lang="en-US" dirty="0" err="1"/>
              <a:t>générer</a:t>
            </a:r>
            <a:r>
              <a:rPr lang="en-US" dirty="0"/>
              <a:t> un peptide avec </a:t>
            </a:r>
            <a:r>
              <a:rPr lang="en-US" dirty="0" err="1"/>
              <a:t>ces</a:t>
            </a:r>
            <a:r>
              <a:rPr lang="en-US" dirty="0"/>
              <a:t> </a:t>
            </a:r>
            <a:r>
              <a:rPr lang="en-US" dirty="0" err="1"/>
              <a:t>contraintes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3">
          <a:extLst>
            <a:ext uri="{FF2B5EF4-FFF2-40B4-BE49-F238E27FC236}">
              <a16:creationId xmlns:a16="http://schemas.microsoft.com/office/drawing/2014/main" id="{3BAEC8DF-2066-4CDA-29B4-16553F00A8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39">
            <a:extLst>
              <a:ext uri="{FF2B5EF4-FFF2-40B4-BE49-F238E27FC236}">
                <a16:creationId xmlns:a16="http://schemas.microsoft.com/office/drawing/2014/main" id="{96190A0B-1584-2797-0624-95DD86285C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4000" y="5762284"/>
            <a:ext cx="6576000" cy="152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4,498,300,000</a:t>
            </a:r>
            <a:endParaRPr dirty="0"/>
          </a:p>
        </p:txBody>
      </p:sp>
      <p:sp>
        <p:nvSpPr>
          <p:cNvPr id="1295" name="Google Shape;1295;p39">
            <a:extLst>
              <a:ext uri="{FF2B5EF4-FFF2-40B4-BE49-F238E27FC236}">
                <a16:creationId xmlns:a16="http://schemas.microsoft.com/office/drawing/2014/main" id="{46AA3F42-2AE8-639B-C6F8-EC1206580702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2783" y="222527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dirty="0">
                <a:latin typeface="Epilogue" panose="020B0604020202020204" charset="0"/>
              </a:rPr>
              <a:t>Extraits de </a:t>
            </a:r>
            <a:r>
              <a:rPr lang="en-US" sz="4000" b="1" dirty="0" err="1">
                <a:latin typeface="Epilogue" panose="020B0604020202020204" charset="0"/>
              </a:rPr>
              <a:t>l’Historique</a:t>
            </a:r>
            <a:r>
              <a:rPr lang="en-US" sz="4000" b="1" dirty="0">
                <a:latin typeface="Epilogue" panose="020B0604020202020204" charset="0"/>
              </a:rPr>
              <a:t> </a:t>
            </a:r>
            <a:endParaRPr sz="4000" b="1" dirty="0">
              <a:latin typeface="Epilogue" panose="020B060402020202020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C05C64-F290-07A4-47B3-C11FA3C1C7B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117"/>
          <a:stretch>
            <a:fillRect/>
          </a:stretch>
        </p:blipFill>
        <p:spPr>
          <a:xfrm>
            <a:off x="232035" y="1025717"/>
            <a:ext cx="8679929" cy="12856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FEEAAB-9BD9-6773-1D08-24C5968D59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035" y="2369353"/>
            <a:ext cx="8679929" cy="2003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FA4E39D-022A-75B2-0FBD-49193A36F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2035" y="4498331"/>
            <a:ext cx="8679929" cy="47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87757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05-Sprints </a:t>
            </a:r>
            <a:r>
              <a:rPr lang="en-US" dirty="0" err="1"/>
              <a:t>restants</a:t>
            </a:r>
            <a:r>
              <a:rPr lang="en-US" dirty="0"/>
              <a:t>:</a:t>
            </a:r>
            <a:endParaRPr dirty="0"/>
          </a:p>
        </p:txBody>
      </p:sp>
      <p:sp>
        <p:nvSpPr>
          <p:cNvPr id="1135" name="Google Shape;1135;p35"/>
          <p:cNvSpPr txBox="1">
            <a:spLocks noGrp="1"/>
          </p:cNvSpPr>
          <p:nvPr>
            <p:ph type="subTitle" idx="4"/>
          </p:nvPr>
        </p:nvSpPr>
        <p:spPr>
          <a:xfrm>
            <a:off x="93762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Sprint 02</a:t>
            </a:r>
            <a:endParaRPr dirty="0"/>
          </a:p>
        </p:txBody>
      </p:sp>
      <p:sp>
        <p:nvSpPr>
          <p:cNvPr id="1136" name="Google Shape;1136;p35"/>
          <p:cNvSpPr txBox="1">
            <a:spLocks noGrp="1"/>
          </p:cNvSpPr>
          <p:nvPr>
            <p:ph type="subTitle" idx="5"/>
          </p:nvPr>
        </p:nvSpPr>
        <p:spPr>
          <a:xfrm>
            <a:off x="3484350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Sprint 03</a:t>
            </a:r>
            <a:endParaRPr dirty="0"/>
          </a:p>
        </p:txBody>
      </p:sp>
      <p:sp>
        <p:nvSpPr>
          <p:cNvPr id="1137" name="Google Shape;1137;p35"/>
          <p:cNvSpPr txBox="1">
            <a:spLocks noGrp="1"/>
          </p:cNvSpPr>
          <p:nvPr>
            <p:ph type="subTitle" idx="1"/>
          </p:nvPr>
        </p:nvSpPr>
        <p:spPr>
          <a:xfrm>
            <a:off x="93762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Spring Boot security, JWT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Authentification</a:t>
            </a:r>
            <a:r>
              <a:rPr lang="en-US" dirty="0"/>
              <a:t> des </a:t>
            </a:r>
            <a:r>
              <a:rPr lang="en-US" dirty="0" err="1"/>
              <a:t>comptes</a:t>
            </a:r>
            <a:r>
              <a:rPr lang="en-US" dirty="0"/>
              <a:t> </a:t>
            </a:r>
            <a:r>
              <a:rPr lang="en-US" dirty="0" err="1"/>
              <a:t>utilisateurs</a:t>
            </a:r>
            <a:endParaRPr dirty="0"/>
          </a:p>
        </p:txBody>
      </p:sp>
      <p:sp>
        <p:nvSpPr>
          <p:cNvPr id="1138" name="Google Shape;1138;p35"/>
          <p:cNvSpPr txBox="1">
            <a:spLocks noGrp="1"/>
          </p:cNvSpPr>
          <p:nvPr>
            <p:ph type="subTitle" idx="2"/>
          </p:nvPr>
        </p:nvSpPr>
        <p:spPr>
          <a:xfrm>
            <a:off x="3484347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Développement du front end Angular, </a:t>
            </a:r>
            <a:r>
              <a:rPr lang="en-US" dirty="0" err="1"/>
              <a:t>une</a:t>
            </a:r>
            <a:r>
              <a:rPr lang="en-US" dirty="0"/>
              <a:t> interface </a:t>
            </a:r>
            <a:r>
              <a:rPr lang="en-US" dirty="0" err="1"/>
              <a:t>claire</a:t>
            </a:r>
            <a:r>
              <a:rPr lang="en-US" dirty="0"/>
              <a:t> des </a:t>
            </a:r>
            <a:r>
              <a:rPr lang="en-US" dirty="0" err="1"/>
              <a:t>ergonomique</a:t>
            </a:r>
            <a:endParaRPr dirty="0"/>
          </a:p>
        </p:txBody>
      </p:sp>
      <p:sp>
        <p:nvSpPr>
          <p:cNvPr id="1139" name="Google Shape;1139;p35"/>
          <p:cNvSpPr txBox="1">
            <a:spLocks noGrp="1"/>
          </p:cNvSpPr>
          <p:nvPr>
            <p:ph type="subTitle" idx="3"/>
          </p:nvPr>
        </p:nvSpPr>
        <p:spPr>
          <a:xfrm>
            <a:off x="6031075" y="2579823"/>
            <a:ext cx="2175300" cy="150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Plus </a:t>
            </a:r>
            <a:r>
              <a:rPr lang="en-US" dirty="0" err="1"/>
              <a:t>d’optimization</a:t>
            </a:r>
            <a:r>
              <a:rPr lang="en-US" dirty="0"/>
              <a:t> du module python pour plus </a:t>
            </a:r>
            <a:r>
              <a:rPr lang="en-US" dirty="0" err="1"/>
              <a:t>accélérer</a:t>
            </a:r>
            <a:r>
              <a:rPr lang="en-US" dirty="0"/>
              <a:t> la recherche et la </a:t>
            </a:r>
            <a:r>
              <a:rPr lang="en-US" dirty="0" err="1"/>
              <a:t>fluidité</a:t>
            </a:r>
            <a:endParaRPr dirty="0"/>
          </a:p>
        </p:txBody>
      </p:sp>
      <p:sp>
        <p:nvSpPr>
          <p:cNvPr id="1140" name="Google Shape;1140;p35"/>
          <p:cNvSpPr txBox="1">
            <a:spLocks noGrp="1"/>
          </p:cNvSpPr>
          <p:nvPr>
            <p:ph type="subTitle" idx="6"/>
          </p:nvPr>
        </p:nvSpPr>
        <p:spPr>
          <a:xfrm>
            <a:off x="6031075" y="1775401"/>
            <a:ext cx="21753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Sprint 04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648</Words>
  <Application>Microsoft Office PowerPoint</Application>
  <PresentationFormat>On-screen Show (16:9)</PresentationFormat>
  <Paragraphs>70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Lato</vt:lpstr>
      <vt:lpstr>Arial</vt:lpstr>
      <vt:lpstr>Calibri</vt:lpstr>
      <vt:lpstr>PT Sans</vt:lpstr>
      <vt:lpstr>Epilogue</vt:lpstr>
      <vt:lpstr>Raleway</vt:lpstr>
      <vt:lpstr>Nunito Light</vt:lpstr>
      <vt:lpstr>Multimedia Software Pitch Deck by Slidesgo</vt:lpstr>
      <vt:lpstr>Agent intelligent d’exploration des peptides</vt:lpstr>
      <vt:lpstr>Table du contenu</vt:lpstr>
      <vt:lpstr>Introduction</vt:lpstr>
      <vt:lpstr>I-introduction</vt:lpstr>
      <vt:lpstr>II-Problème &amp; solution</vt:lpstr>
      <vt:lpstr>La DFS optimisée</vt:lpstr>
      <vt:lpstr>Architecture de l’algorithme DFS: </vt:lpstr>
      <vt:lpstr>Les algorithmes utilisés</vt:lpstr>
      <vt:lpstr>1-Base Case : on stocke la liste de la sequence finale, si elle n’est pas vide on la retrourne et arrete la function, ajoute aussi l’action “DONE” dans l’historique </vt:lpstr>
      <vt:lpstr>1-Calcul des propriétes de la sequence générée</vt:lpstr>
      <vt:lpstr>4,498,300,000</vt:lpstr>
      <vt:lpstr>4,498,300,000</vt:lpstr>
      <vt:lpstr>05-Sprints restants: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Hbib 's</dc:creator>
  <cp:lastModifiedBy>Hbib 's</cp:lastModifiedBy>
  <cp:revision>2</cp:revision>
  <dcterms:modified xsi:type="dcterms:W3CDTF">2026-04-03T12:29:40Z</dcterms:modified>
</cp:coreProperties>
</file>